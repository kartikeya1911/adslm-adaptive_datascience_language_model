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77" r:id="rId7"/>
    <p:sldId id="276" r:id="rId8"/>
    <p:sldId id="275" r:id="rId9"/>
    <p:sldId id="274" r:id="rId10"/>
    <p:sldId id="273" r:id="rId11"/>
    <p:sldId id="272" r:id="rId12"/>
    <p:sldId id="271" r:id="rId13"/>
    <p:sldId id="270" r:id="rId14"/>
    <p:sldId id="269" r:id="rId15"/>
    <p:sldId id="268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4FC8E7-9797-480B-9FCA-035D120DCCCF}" v="9" dt="2026-09-04T15:54:47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IKEYA JAIN" userId="f0c0c5a1c67850f0" providerId="LiveId" clId="{5F06EF75-558D-45F6-A509-65A2AC5B9DB4}"/>
    <pc:docChg chg="undo redo custSel addSld modSld">
      <pc:chgData name="KARTIKEYA JAIN" userId="f0c0c5a1c67850f0" providerId="LiveId" clId="{5F06EF75-558D-45F6-A509-65A2AC5B9DB4}" dt="2026-09-04T16:03:19.623" v="3064" actId="171"/>
      <pc:docMkLst>
        <pc:docMk/>
      </pc:docMkLst>
      <pc:sldChg chg="modSp mod">
        <pc:chgData name="KARTIKEYA JAIN" userId="f0c0c5a1c67850f0" providerId="LiveId" clId="{5F06EF75-558D-45F6-A509-65A2AC5B9DB4}" dt="2026-09-04T16:01:57.671" v="3004" actId="403"/>
        <pc:sldMkLst>
          <pc:docMk/>
          <pc:sldMk cId="0" sldId="256"/>
        </pc:sldMkLst>
        <pc:spChg chg="mod">
          <ac:chgData name="KARTIKEYA JAIN" userId="f0c0c5a1c67850f0" providerId="LiveId" clId="{5F06EF75-558D-45F6-A509-65A2AC5B9DB4}" dt="2026-09-04T16:01:57.671" v="3004" actId="403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">
        <pc:chgData name="KARTIKEYA JAIN" userId="f0c0c5a1c67850f0" providerId="LiveId" clId="{5F06EF75-558D-45F6-A509-65A2AC5B9DB4}" dt="2026-09-04T14:44:35.442" v="306" actId="1037"/>
        <pc:sldMkLst>
          <pc:docMk/>
          <pc:sldMk cId="0" sldId="257"/>
        </pc:sldMkLst>
        <pc:spChg chg="del mod">
          <ac:chgData name="KARTIKEYA JAIN" userId="f0c0c5a1c67850f0" providerId="LiveId" clId="{5F06EF75-558D-45F6-A509-65A2AC5B9DB4}" dt="2026-09-04T14:38:57.320" v="93" actId="478"/>
          <ac:spMkLst>
            <pc:docMk/>
            <pc:sldMk cId="0" sldId="257"/>
            <ac:spMk id="5" creationId="{00000000-0000-0000-0000-000000000000}"/>
          </ac:spMkLst>
        </pc:spChg>
        <pc:spChg chg="add mod">
          <ac:chgData name="KARTIKEYA JAIN" userId="f0c0c5a1c67850f0" providerId="LiveId" clId="{5F06EF75-558D-45F6-A509-65A2AC5B9DB4}" dt="2026-09-04T14:44:35.442" v="306" actId="1037"/>
          <ac:spMkLst>
            <pc:docMk/>
            <pc:sldMk cId="0" sldId="257"/>
            <ac:spMk id="6" creationId="{FE66F7D6-DC1E-99E3-9D17-D0F7D9035CB2}"/>
          </ac:spMkLst>
        </pc:spChg>
        <pc:spChg chg="add mod">
          <ac:chgData name="KARTIKEYA JAIN" userId="f0c0c5a1c67850f0" providerId="LiveId" clId="{5F06EF75-558D-45F6-A509-65A2AC5B9DB4}" dt="2026-09-04T14:40:29.090" v="161" actId="122"/>
          <ac:spMkLst>
            <pc:docMk/>
            <pc:sldMk cId="0" sldId="257"/>
            <ac:spMk id="8" creationId="{AF6F1034-161D-C581-488C-1EB5D07BF1D6}"/>
          </ac:spMkLst>
        </pc:spChg>
        <pc:spChg chg="add mod ord">
          <ac:chgData name="KARTIKEYA JAIN" userId="f0c0c5a1c67850f0" providerId="LiveId" clId="{5F06EF75-558D-45F6-A509-65A2AC5B9DB4}" dt="2026-09-04T14:40:59.139" v="166" actId="1076"/>
          <ac:spMkLst>
            <pc:docMk/>
            <pc:sldMk cId="0" sldId="257"/>
            <ac:spMk id="10" creationId="{45FDD04A-53C3-2E5F-2EB5-2BDE7B964037}"/>
          </ac:spMkLst>
        </pc:spChg>
        <pc:spChg chg="add del mod">
          <ac:chgData name="KARTIKEYA JAIN" userId="f0c0c5a1c67850f0" providerId="LiveId" clId="{5F06EF75-558D-45F6-A509-65A2AC5B9DB4}" dt="2026-09-04T14:39:27.461" v="152" actId="478"/>
          <ac:spMkLst>
            <pc:docMk/>
            <pc:sldMk cId="0" sldId="257"/>
            <ac:spMk id="12" creationId="{163602D9-4136-59A7-1F82-2FCC4A77570E}"/>
          </ac:spMkLst>
        </pc:spChg>
        <pc:spChg chg="add del mod">
          <ac:chgData name="KARTIKEYA JAIN" userId="f0c0c5a1c67850f0" providerId="LiveId" clId="{5F06EF75-558D-45F6-A509-65A2AC5B9DB4}" dt="2026-09-04T14:41:01.847" v="167" actId="478"/>
          <ac:spMkLst>
            <pc:docMk/>
            <pc:sldMk cId="0" sldId="257"/>
            <ac:spMk id="14" creationId="{6CE0CC5C-18AC-9BF7-AECD-56B8B12CC09F}"/>
          </ac:spMkLst>
        </pc:spChg>
        <pc:spChg chg="add del mod">
          <ac:chgData name="KARTIKEYA JAIN" userId="f0c0c5a1c67850f0" providerId="LiveId" clId="{5F06EF75-558D-45F6-A509-65A2AC5B9DB4}" dt="2026-09-04T14:39:25.552" v="151" actId="478"/>
          <ac:spMkLst>
            <pc:docMk/>
            <pc:sldMk cId="0" sldId="257"/>
            <ac:spMk id="16" creationId="{DEA975A0-C08B-86CD-EBD4-ECDDC57FBA7E}"/>
          </ac:spMkLst>
        </pc:spChg>
        <pc:spChg chg="add mod">
          <ac:chgData name="KARTIKEYA JAIN" userId="f0c0c5a1c67850f0" providerId="LiveId" clId="{5F06EF75-558D-45F6-A509-65A2AC5B9DB4}" dt="2026-09-04T14:44:09.087" v="285" actId="207"/>
          <ac:spMkLst>
            <pc:docMk/>
            <pc:sldMk cId="0" sldId="257"/>
            <ac:spMk id="18" creationId="{42282D7E-4252-399E-F604-79B0E6D15110}"/>
          </ac:spMkLst>
        </pc:spChg>
        <pc:spChg chg="add mod ord">
          <ac:chgData name="KARTIKEYA JAIN" userId="f0c0c5a1c67850f0" providerId="LiveId" clId="{5F06EF75-558D-45F6-A509-65A2AC5B9DB4}" dt="2026-09-04T14:44:01.011" v="280" actId="207"/>
          <ac:spMkLst>
            <pc:docMk/>
            <pc:sldMk cId="0" sldId="257"/>
            <ac:spMk id="20" creationId="{638A798E-1369-B855-C7A5-573DF24E883F}"/>
          </ac:spMkLst>
        </pc:spChg>
        <pc:spChg chg="add mod ord">
          <ac:chgData name="KARTIKEYA JAIN" userId="f0c0c5a1c67850f0" providerId="LiveId" clId="{5F06EF75-558D-45F6-A509-65A2AC5B9DB4}" dt="2026-09-04T14:44:21.445" v="292" actId="1035"/>
          <ac:spMkLst>
            <pc:docMk/>
            <pc:sldMk cId="0" sldId="257"/>
            <ac:spMk id="22" creationId="{C87C644F-BEFD-8371-6593-0A1E4D40E48D}"/>
          </ac:spMkLst>
        </pc:spChg>
        <pc:spChg chg="add mod ord">
          <ac:chgData name="KARTIKEYA JAIN" userId="f0c0c5a1c67850f0" providerId="LiveId" clId="{5F06EF75-558D-45F6-A509-65A2AC5B9DB4}" dt="2026-09-04T14:44:14.390" v="286" actId="207"/>
          <ac:spMkLst>
            <pc:docMk/>
            <pc:sldMk cId="0" sldId="257"/>
            <ac:spMk id="24" creationId="{F60E41ED-160C-A0F4-3871-9F242EA9EFE7}"/>
          </ac:spMkLst>
        </pc:spChg>
        <pc:spChg chg="add mod ord">
          <ac:chgData name="KARTIKEYA JAIN" userId="f0c0c5a1c67850f0" providerId="LiveId" clId="{5F06EF75-558D-45F6-A509-65A2AC5B9DB4}" dt="2026-09-04T14:44:03.250" v="281" actId="207"/>
          <ac:spMkLst>
            <pc:docMk/>
            <pc:sldMk cId="0" sldId="257"/>
            <ac:spMk id="26" creationId="{0D9E49CC-1597-8F81-243A-4CD0D83D57C4}"/>
          </ac:spMkLst>
        </pc:spChg>
        <pc:picChg chg="add mod">
          <ac:chgData name="KARTIKEYA JAIN" userId="f0c0c5a1c67850f0" providerId="LiveId" clId="{5F06EF75-558D-45F6-A509-65A2AC5B9DB4}" dt="2026-09-04T14:40:08.493" v="159" actId="14100"/>
          <ac:picMkLst>
            <pc:docMk/>
            <pc:sldMk cId="0" sldId="257"/>
            <ac:picMk id="3" creationId="{3F884583-4831-181F-8F7E-05D6AF371412}"/>
          </ac:picMkLst>
        </pc:picChg>
      </pc:sldChg>
      <pc:sldChg chg="addSp modSp mod">
        <pc:chgData name="KARTIKEYA JAIN" userId="f0c0c5a1c67850f0" providerId="LiveId" clId="{5F06EF75-558D-45F6-A509-65A2AC5B9DB4}" dt="2026-09-04T15:58:22.005" v="2958" actId="207"/>
        <pc:sldMkLst>
          <pc:docMk/>
          <pc:sldMk cId="2834479809" sldId="268"/>
        </pc:sldMkLst>
        <pc:spChg chg="add mod">
          <ac:chgData name="KARTIKEYA JAIN" userId="f0c0c5a1c67850f0" providerId="LiveId" clId="{5F06EF75-558D-45F6-A509-65A2AC5B9DB4}" dt="2026-09-04T15:58:22.005" v="2958" actId="207"/>
          <ac:spMkLst>
            <pc:docMk/>
            <pc:sldMk cId="2834479809" sldId="268"/>
            <ac:spMk id="3" creationId="{E9E315C1-57BE-F5A8-13C2-B0B13F93E285}"/>
          </ac:spMkLst>
        </pc:spChg>
        <pc:spChg chg="mod">
          <ac:chgData name="KARTIKEYA JAIN" userId="f0c0c5a1c67850f0" providerId="LiveId" clId="{5F06EF75-558D-45F6-A509-65A2AC5B9DB4}" dt="2026-09-04T15:58:22.005" v="2958" actId="207"/>
          <ac:spMkLst>
            <pc:docMk/>
            <pc:sldMk cId="2834479809" sldId="268"/>
            <ac:spMk id="108" creationId="{00000000-0000-0000-0000-000000000000}"/>
          </ac:spMkLst>
        </pc:spChg>
      </pc:sldChg>
      <pc:sldChg chg="addSp delSp modSp add mod">
        <pc:chgData name="KARTIKEYA JAIN" userId="f0c0c5a1c67850f0" providerId="LiveId" clId="{5F06EF75-558D-45F6-A509-65A2AC5B9DB4}" dt="2026-09-04T16:00:58.086" v="2991" actId="1035"/>
        <pc:sldMkLst>
          <pc:docMk/>
          <pc:sldMk cId="228253925" sldId="269"/>
        </pc:sldMkLst>
        <pc:spChg chg="del">
          <ac:chgData name="KARTIKEYA JAIN" userId="f0c0c5a1c67850f0" providerId="LiveId" clId="{5F06EF75-558D-45F6-A509-65A2AC5B9DB4}" dt="2026-09-04T15:54:19.509" v="2884" actId="478"/>
          <ac:spMkLst>
            <pc:docMk/>
            <pc:sldMk cId="228253925" sldId="269"/>
            <ac:spMk id="5" creationId="{17C84BA3-4575-B388-A62A-E48619447D74}"/>
          </ac:spMkLst>
        </pc:spChg>
        <pc:spChg chg="add mod">
          <ac:chgData name="KARTIKEYA JAIN" userId="f0c0c5a1c67850f0" providerId="LiveId" clId="{5F06EF75-558D-45F6-A509-65A2AC5B9DB4}" dt="2026-09-04T15:54:26.450" v="2887" actId="1076"/>
          <ac:spMkLst>
            <pc:docMk/>
            <pc:sldMk cId="228253925" sldId="269"/>
            <ac:spMk id="6" creationId="{F7B15D6D-717E-7464-465E-BAE4DAFBFDBF}"/>
          </ac:spMkLst>
        </pc:spChg>
        <pc:spChg chg="add mod">
          <ac:chgData name="KARTIKEYA JAIN" userId="f0c0c5a1c67850f0" providerId="LiveId" clId="{5F06EF75-558D-45F6-A509-65A2AC5B9DB4}" dt="2026-09-04T16:00:00.664" v="2976" actId="1076"/>
          <ac:spMkLst>
            <pc:docMk/>
            <pc:sldMk cId="228253925" sldId="269"/>
            <ac:spMk id="8" creationId="{50B14B50-0428-8063-63EF-30A649A849C2}"/>
          </ac:spMkLst>
        </pc:spChg>
        <pc:spChg chg="add mod">
          <ac:chgData name="KARTIKEYA JAIN" userId="f0c0c5a1c67850f0" providerId="LiveId" clId="{5F06EF75-558D-45F6-A509-65A2AC5B9DB4}" dt="2026-09-04T16:00:41.912" v="2988" actId="403"/>
          <ac:spMkLst>
            <pc:docMk/>
            <pc:sldMk cId="228253925" sldId="269"/>
            <ac:spMk id="10" creationId="{62DCBD41-2E21-BCBA-1980-66C0F7A36D9A}"/>
          </ac:spMkLst>
        </pc:spChg>
        <pc:spChg chg="add mod">
          <ac:chgData name="KARTIKEYA JAIN" userId="f0c0c5a1c67850f0" providerId="LiveId" clId="{5F06EF75-558D-45F6-A509-65A2AC5B9DB4}" dt="2026-09-04T16:00:24.935" v="2986" actId="1076"/>
          <ac:spMkLst>
            <pc:docMk/>
            <pc:sldMk cId="228253925" sldId="269"/>
            <ac:spMk id="12" creationId="{1E374221-6648-8837-AF79-96C0D652B4F2}"/>
          </ac:spMkLst>
        </pc:spChg>
        <pc:spChg chg="add mod">
          <ac:chgData name="KARTIKEYA JAIN" userId="f0c0c5a1c67850f0" providerId="LiveId" clId="{5F06EF75-558D-45F6-A509-65A2AC5B9DB4}" dt="2026-09-04T15:58:34.630" v="2961" actId="14100"/>
          <ac:spMkLst>
            <pc:docMk/>
            <pc:sldMk cId="228253925" sldId="269"/>
            <ac:spMk id="14" creationId="{30F940C0-4264-4E6D-29D4-088677AF0977}"/>
          </ac:spMkLst>
        </pc:spChg>
        <pc:spChg chg="add mod">
          <ac:chgData name="KARTIKEYA JAIN" userId="f0c0c5a1c67850f0" providerId="LiveId" clId="{5F06EF75-558D-45F6-A509-65A2AC5B9DB4}" dt="2026-09-04T16:00:13.462" v="2983" actId="1076"/>
          <ac:spMkLst>
            <pc:docMk/>
            <pc:sldMk cId="228253925" sldId="269"/>
            <ac:spMk id="16" creationId="{C433BB2E-C941-280E-D3C6-B5E0DBAEC5FE}"/>
          </ac:spMkLst>
        </pc:spChg>
        <pc:spChg chg="add mod">
          <ac:chgData name="KARTIKEYA JAIN" userId="f0c0c5a1c67850f0" providerId="LiveId" clId="{5F06EF75-558D-45F6-A509-65A2AC5B9DB4}" dt="2026-09-04T16:00:29.336" v="2987" actId="1076"/>
          <ac:spMkLst>
            <pc:docMk/>
            <pc:sldMk cId="228253925" sldId="269"/>
            <ac:spMk id="18" creationId="{8A85CBAA-D0F7-DA07-05B6-69974C82F50D}"/>
          </ac:spMkLst>
        </pc:spChg>
        <pc:spChg chg="add mod">
          <ac:chgData name="KARTIKEYA JAIN" userId="f0c0c5a1c67850f0" providerId="LiveId" clId="{5F06EF75-558D-45F6-A509-65A2AC5B9DB4}" dt="2026-09-04T15:55:04.735" v="2924" actId="27636"/>
          <ac:spMkLst>
            <pc:docMk/>
            <pc:sldMk cId="228253925" sldId="269"/>
            <ac:spMk id="20" creationId="{144C89AA-D6B3-FD5C-5D6A-369F64EB8F3B}"/>
          </ac:spMkLst>
        </pc:spChg>
        <pc:spChg chg="add mod ord">
          <ac:chgData name="KARTIKEYA JAIN" userId="f0c0c5a1c67850f0" providerId="LiveId" clId="{5F06EF75-558D-45F6-A509-65A2AC5B9DB4}" dt="2026-09-04T15:59:02.351" v="2965" actId="167"/>
          <ac:spMkLst>
            <pc:docMk/>
            <pc:sldMk cId="228253925" sldId="269"/>
            <ac:spMk id="22" creationId="{84999AD6-2FAB-A79E-FBE7-0573438DA7C8}"/>
          </ac:spMkLst>
        </pc:spChg>
        <pc:spChg chg="add del mod">
          <ac:chgData name="KARTIKEYA JAIN" userId="f0c0c5a1c67850f0" providerId="LiveId" clId="{5F06EF75-558D-45F6-A509-65A2AC5B9DB4}" dt="2026-09-04T15:54:57.106" v="2922" actId="478"/>
          <ac:spMkLst>
            <pc:docMk/>
            <pc:sldMk cId="228253925" sldId="269"/>
            <ac:spMk id="24" creationId="{175FEB93-81D7-0FCD-AB5F-E8695AAA9252}"/>
          </ac:spMkLst>
        </pc:spChg>
        <pc:spChg chg="add mod">
          <ac:chgData name="KARTIKEYA JAIN" userId="f0c0c5a1c67850f0" providerId="LiveId" clId="{5F06EF75-558D-45F6-A509-65A2AC5B9DB4}" dt="2026-09-04T15:54:47.235" v="2890" actId="571"/>
          <ac:spMkLst>
            <pc:docMk/>
            <pc:sldMk cId="228253925" sldId="269"/>
            <ac:spMk id="25" creationId="{0737F587-070F-7FF7-E832-E083FE311D7F}"/>
          </ac:spMkLst>
        </pc:spChg>
        <pc:spChg chg="add mod">
          <ac:chgData name="KARTIKEYA JAIN" userId="f0c0c5a1c67850f0" providerId="LiveId" clId="{5F06EF75-558D-45F6-A509-65A2AC5B9DB4}" dt="2026-09-04T15:54:47.235" v="2890" actId="571"/>
          <ac:spMkLst>
            <pc:docMk/>
            <pc:sldMk cId="228253925" sldId="269"/>
            <ac:spMk id="26" creationId="{DA0295A0-873A-1236-4806-0BD23EA2DE3A}"/>
          </ac:spMkLst>
        </pc:spChg>
        <pc:spChg chg="add mod">
          <ac:chgData name="KARTIKEYA JAIN" userId="f0c0c5a1c67850f0" providerId="LiveId" clId="{5F06EF75-558D-45F6-A509-65A2AC5B9DB4}" dt="2026-09-04T15:54:47.235" v="2890" actId="571"/>
          <ac:spMkLst>
            <pc:docMk/>
            <pc:sldMk cId="228253925" sldId="269"/>
            <ac:spMk id="27" creationId="{3783CB9C-F967-1226-0CE0-E113D0DBAA85}"/>
          </ac:spMkLst>
        </pc:spChg>
        <pc:spChg chg="add mod">
          <ac:chgData name="KARTIKEYA JAIN" userId="f0c0c5a1c67850f0" providerId="LiveId" clId="{5F06EF75-558D-45F6-A509-65A2AC5B9DB4}" dt="2026-09-04T15:54:47.235" v="2890" actId="571"/>
          <ac:spMkLst>
            <pc:docMk/>
            <pc:sldMk cId="228253925" sldId="269"/>
            <ac:spMk id="28" creationId="{559D4653-8252-A636-239A-029E29BB74BC}"/>
          </ac:spMkLst>
        </pc:spChg>
        <pc:spChg chg="add mod">
          <ac:chgData name="KARTIKEYA JAIN" userId="f0c0c5a1c67850f0" providerId="LiveId" clId="{5F06EF75-558D-45F6-A509-65A2AC5B9DB4}" dt="2026-09-04T15:54:47.235" v="2890" actId="571"/>
          <ac:spMkLst>
            <pc:docMk/>
            <pc:sldMk cId="228253925" sldId="269"/>
            <ac:spMk id="29" creationId="{23D967A0-3E00-489C-379C-4817581609DE}"/>
          </ac:spMkLst>
        </pc:spChg>
        <pc:spChg chg="add mod">
          <ac:chgData name="KARTIKEYA JAIN" userId="f0c0c5a1c67850f0" providerId="LiveId" clId="{5F06EF75-558D-45F6-A509-65A2AC5B9DB4}" dt="2026-09-04T15:54:47.235" v="2890" actId="571"/>
          <ac:spMkLst>
            <pc:docMk/>
            <pc:sldMk cId="228253925" sldId="269"/>
            <ac:spMk id="30" creationId="{481D76E4-EF4E-EE14-90DB-AE6BC8EC727F}"/>
          </ac:spMkLst>
        </pc:spChg>
        <pc:spChg chg="del">
          <ac:chgData name="KARTIKEYA JAIN" userId="f0c0c5a1c67850f0" providerId="LiveId" clId="{5F06EF75-558D-45F6-A509-65A2AC5B9DB4}" dt="2026-09-04T15:54:21.723" v="2885" actId="478"/>
          <ac:spMkLst>
            <pc:docMk/>
            <pc:sldMk cId="228253925" sldId="269"/>
            <ac:spMk id="108" creationId="{EB9850CC-6BBD-5518-9B74-A38CE37CC3CB}"/>
          </ac:spMkLst>
        </pc:spChg>
        <pc:picChg chg="mod">
          <ac:chgData name="KARTIKEYA JAIN" userId="f0c0c5a1c67850f0" providerId="LiveId" clId="{5F06EF75-558D-45F6-A509-65A2AC5B9DB4}" dt="2026-09-04T16:00:58.086" v="2991" actId="1035"/>
          <ac:picMkLst>
            <pc:docMk/>
            <pc:sldMk cId="228253925" sldId="269"/>
            <ac:picMk id="3" creationId="{562657AF-3B4D-F193-118A-ACC7EEE152F6}"/>
          </ac:picMkLst>
        </pc:picChg>
      </pc:sldChg>
      <pc:sldChg chg="addSp delSp modSp add mod">
        <pc:chgData name="KARTIKEYA JAIN" userId="f0c0c5a1c67850f0" providerId="LiveId" clId="{5F06EF75-558D-45F6-A509-65A2AC5B9DB4}" dt="2026-09-04T15:53:59.562" v="2883" actId="1035"/>
        <pc:sldMkLst>
          <pc:docMk/>
          <pc:sldMk cId="997824840" sldId="270"/>
        </pc:sldMkLst>
        <pc:spChg chg="add mod">
          <ac:chgData name="KARTIKEYA JAIN" userId="f0c0c5a1c67850f0" providerId="LiveId" clId="{5F06EF75-558D-45F6-A509-65A2AC5B9DB4}" dt="2026-09-04T15:44:32.216" v="2162" actId="1037"/>
          <ac:spMkLst>
            <pc:docMk/>
            <pc:sldMk cId="997824840" sldId="270"/>
            <ac:spMk id="3" creationId="{9E798931-8852-1674-2B26-C19220DA32BA}"/>
          </ac:spMkLst>
        </pc:spChg>
        <pc:spChg chg="del">
          <ac:chgData name="KARTIKEYA JAIN" userId="f0c0c5a1c67850f0" providerId="LiveId" clId="{5F06EF75-558D-45F6-A509-65A2AC5B9DB4}" dt="2026-09-04T15:44:00.306" v="2133" actId="478"/>
          <ac:spMkLst>
            <pc:docMk/>
            <pc:sldMk cId="997824840" sldId="270"/>
            <ac:spMk id="5" creationId="{CC740A4A-1E4E-502B-728E-D3ADAA4B797A}"/>
          </ac:spMkLst>
        </pc:spChg>
        <pc:spChg chg="mod">
          <ac:chgData name="KARTIKEYA JAIN" userId="f0c0c5a1c67850f0" providerId="LiveId" clId="{5F06EF75-558D-45F6-A509-65A2AC5B9DB4}" dt="2026-09-04T15:53:59.562" v="2883" actId="1035"/>
          <ac:spMkLst>
            <pc:docMk/>
            <pc:sldMk cId="997824840" sldId="270"/>
            <ac:spMk id="6" creationId="{0E8F1E37-FA4A-EAF9-338A-E353D65B630D}"/>
          </ac:spMkLst>
        </pc:spChg>
        <pc:spChg chg="mod">
          <ac:chgData name="KARTIKEYA JAIN" userId="f0c0c5a1c67850f0" providerId="LiveId" clId="{5F06EF75-558D-45F6-A509-65A2AC5B9DB4}" dt="2026-09-04T15:53:00.622" v="2871" actId="1035"/>
          <ac:spMkLst>
            <pc:docMk/>
            <pc:sldMk cId="997824840" sldId="270"/>
            <ac:spMk id="10" creationId="{CCBE90AA-4B74-C7B2-E47F-8EA8C7E0421B}"/>
          </ac:spMkLst>
        </pc:spChg>
        <pc:spChg chg="add mod">
          <ac:chgData name="KARTIKEYA JAIN" userId="f0c0c5a1c67850f0" providerId="LiveId" clId="{5F06EF75-558D-45F6-A509-65A2AC5B9DB4}" dt="2026-09-04T15:53:00.622" v="2871" actId="1035"/>
          <ac:spMkLst>
            <pc:docMk/>
            <pc:sldMk cId="997824840" sldId="270"/>
            <ac:spMk id="12" creationId="{A633C807-943C-78B2-A532-0A7BBED729EE}"/>
          </ac:spMkLst>
        </pc:spChg>
        <pc:spChg chg="add mod">
          <ac:chgData name="KARTIKEYA JAIN" userId="f0c0c5a1c67850f0" providerId="LiveId" clId="{5F06EF75-558D-45F6-A509-65A2AC5B9DB4}" dt="2026-09-04T15:53:00.622" v="2871" actId="1035"/>
          <ac:spMkLst>
            <pc:docMk/>
            <pc:sldMk cId="997824840" sldId="270"/>
            <ac:spMk id="16" creationId="{B1EFDBDD-3D8F-FD8A-7E16-7643ED547CD4}"/>
          </ac:spMkLst>
        </pc:spChg>
        <pc:spChg chg="add mod">
          <ac:chgData name="KARTIKEYA JAIN" userId="f0c0c5a1c67850f0" providerId="LiveId" clId="{5F06EF75-558D-45F6-A509-65A2AC5B9DB4}" dt="2026-09-04T15:53:00.622" v="2871" actId="1035"/>
          <ac:spMkLst>
            <pc:docMk/>
            <pc:sldMk cId="997824840" sldId="270"/>
            <ac:spMk id="18" creationId="{3DD410A5-C1F7-C2B0-79C3-FAF9C53146EA}"/>
          </ac:spMkLst>
        </pc:spChg>
        <pc:spChg chg="mod">
          <ac:chgData name="KARTIKEYA JAIN" userId="f0c0c5a1c67850f0" providerId="LiveId" clId="{5F06EF75-558D-45F6-A509-65A2AC5B9DB4}" dt="2026-09-04T15:53:00.622" v="2871" actId="1035"/>
          <ac:spMkLst>
            <pc:docMk/>
            <pc:sldMk cId="997824840" sldId="270"/>
            <ac:spMk id="22" creationId="{0BB3AF4D-7F3F-8580-EB5F-BD683A3C52BB}"/>
          </ac:spMkLst>
        </pc:spChg>
        <pc:spChg chg="mod">
          <ac:chgData name="KARTIKEYA JAIN" userId="f0c0c5a1c67850f0" providerId="LiveId" clId="{5F06EF75-558D-45F6-A509-65A2AC5B9DB4}" dt="2026-09-04T15:53:00.622" v="2871" actId="1035"/>
          <ac:spMkLst>
            <pc:docMk/>
            <pc:sldMk cId="997824840" sldId="270"/>
            <ac:spMk id="24" creationId="{137674C1-BA72-4B00-C902-97633B3DD799}"/>
          </ac:spMkLst>
        </pc:spChg>
        <pc:spChg chg="add mod">
          <ac:chgData name="KARTIKEYA JAIN" userId="f0c0c5a1c67850f0" providerId="LiveId" clId="{5F06EF75-558D-45F6-A509-65A2AC5B9DB4}" dt="2026-09-04T15:53:00.622" v="2871" actId="1035"/>
          <ac:spMkLst>
            <pc:docMk/>
            <pc:sldMk cId="997824840" sldId="270"/>
            <ac:spMk id="28" creationId="{5BE60A1E-11B7-6E39-97CC-150E3CD48DEF}"/>
          </ac:spMkLst>
        </pc:spChg>
        <pc:spChg chg="mod">
          <ac:chgData name="KARTIKEYA JAIN" userId="f0c0c5a1c67850f0" providerId="LiveId" clId="{5F06EF75-558D-45F6-A509-65A2AC5B9DB4}" dt="2026-09-04T15:53:00.622" v="2871" actId="1035"/>
          <ac:spMkLst>
            <pc:docMk/>
            <pc:sldMk cId="997824840" sldId="270"/>
            <ac:spMk id="30" creationId="{9A2F8FCA-19D5-691F-32FA-D5811930AE70}"/>
          </ac:spMkLst>
        </pc:spChg>
        <pc:spChg chg="del">
          <ac:chgData name="KARTIKEYA JAIN" userId="f0c0c5a1c67850f0" providerId="LiveId" clId="{5F06EF75-558D-45F6-A509-65A2AC5B9DB4}" dt="2026-09-04T15:45:48.594" v="2293" actId="478"/>
          <ac:spMkLst>
            <pc:docMk/>
            <pc:sldMk cId="997824840" sldId="270"/>
            <ac:spMk id="32" creationId="{FCAD440E-ED0D-CEB6-67AA-24992F6BDCD0}"/>
          </ac:spMkLst>
        </pc:spChg>
        <pc:spChg chg="add mod">
          <ac:chgData name="KARTIKEYA JAIN" userId="f0c0c5a1c67850f0" providerId="LiveId" clId="{5F06EF75-558D-45F6-A509-65A2AC5B9DB4}" dt="2026-09-04T15:52:01.496" v="2830" actId="1036"/>
          <ac:spMkLst>
            <pc:docMk/>
            <pc:sldMk cId="997824840" sldId="270"/>
            <ac:spMk id="36" creationId="{9DA5F8DD-E3A8-B641-FB08-B5D96D314043}"/>
          </ac:spMkLst>
        </pc:spChg>
        <pc:spChg chg="del mod">
          <ac:chgData name="KARTIKEYA JAIN" userId="f0c0c5a1c67850f0" providerId="LiveId" clId="{5F06EF75-558D-45F6-A509-65A2AC5B9DB4}" dt="2026-09-04T15:45:31.890" v="2287" actId="478"/>
          <ac:spMkLst>
            <pc:docMk/>
            <pc:sldMk cId="997824840" sldId="270"/>
            <ac:spMk id="38" creationId="{DAA90624-8981-FA13-7BCE-2310349D95F6}"/>
          </ac:spMkLst>
        </pc:spChg>
        <pc:spChg chg="add del mod">
          <ac:chgData name="KARTIKEYA JAIN" userId="f0c0c5a1c67850f0" providerId="LiveId" clId="{5F06EF75-558D-45F6-A509-65A2AC5B9DB4}" dt="2026-09-04T15:45:46.339" v="2292" actId="478"/>
          <ac:spMkLst>
            <pc:docMk/>
            <pc:sldMk cId="997824840" sldId="270"/>
            <ac:spMk id="42" creationId="{14F8349E-56FC-336E-2FD0-B03D055F71B0}"/>
          </ac:spMkLst>
        </pc:spChg>
        <pc:spChg chg="del mod">
          <ac:chgData name="KARTIKEYA JAIN" userId="f0c0c5a1c67850f0" providerId="LiveId" clId="{5F06EF75-558D-45F6-A509-65A2AC5B9DB4}" dt="2026-09-04T15:45:40.257" v="2289" actId="478"/>
          <ac:spMkLst>
            <pc:docMk/>
            <pc:sldMk cId="997824840" sldId="270"/>
            <ac:spMk id="44" creationId="{BE685D8A-820E-D933-2BD0-CA986F569402}"/>
          </ac:spMkLst>
        </pc:spChg>
        <pc:spChg chg="del mod">
          <ac:chgData name="KARTIKEYA JAIN" userId="f0c0c5a1c67850f0" providerId="LiveId" clId="{5F06EF75-558D-45F6-A509-65A2AC5B9DB4}" dt="2026-09-04T15:47:05.186" v="2370" actId="478"/>
          <ac:spMkLst>
            <pc:docMk/>
            <pc:sldMk cId="997824840" sldId="270"/>
            <ac:spMk id="48" creationId="{781237EA-2E32-CBE6-D099-840041CA8153}"/>
          </ac:spMkLst>
        </pc:spChg>
        <pc:spChg chg="add mod">
          <ac:chgData name="KARTIKEYA JAIN" userId="f0c0c5a1c67850f0" providerId="LiveId" clId="{5F06EF75-558D-45F6-A509-65A2AC5B9DB4}" dt="2026-09-04T15:52:01.496" v="2830" actId="1036"/>
          <ac:spMkLst>
            <pc:docMk/>
            <pc:sldMk cId="997824840" sldId="270"/>
            <ac:spMk id="50" creationId="{0D8638CD-E8C0-5ABF-6CE3-36B585BB1EFF}"/>
          </ac:spMkLst>
        </pc:spChg>
        <pc:spChg chg="add mod">
          <ac:chgData name="KARTIKEYA JAIN" userId="f0c0c5a1c67850f0" providerId="LiveId" clId="{5F06EF75-558D-45F6-A509-65A2AC5B9DB4}" dt="2026-09-04T15:52:01.496" v="2830" actId="1036"/>
          <ac:spMkLst>
            <pc:docMk/>
            <pc:sldMk cId="997824840" sldId="270"/>
            <ac:spMk id="54" creationId="{BB766DAE-4466-5253-E317-5246A05B1DDD}"/>
          </ac:spMkLst>
        </pc:spChg>
        <pc:spChg chg="add mod">
          <ac:chgData name="KARTIKEYA JAIN" userId="f0c0c5a1c67850f0" providerId="LiveId" clId="{5F06EF75-558D-45F6-A509-65A2AC5B9DB4}" dt="2026-09-04T15:52:01.496" v="2830" actId="1036"/>
          <ac:spMkLst>
            <pc:docMk/>
            <pc:sldMk cId="997824840" sldId="270"/>
            <ac:spMk id="56" creationId="{A9C2F3FB-6F62-937E-41BC-02345FA364CA}"/>
          </ac:spMkLst>
        </pc:spChg>
        <pc:spChg chg="add mod">
          <ac:chgData name="KARTIKEYA JAIN" userId="f0c0c5a1c67850f0" providerId="LiveId" clId="{5F06EF75-558D-45F6-A509-65A2AC5B9DB4}" dt="2026-09-04T15:52:15.461" v="2835" actId="1076"/>
          <ac:spMkLst>
            <pc:docMk/>
            <pc:sldMk cId="997824840" sldId="270"/>
            <ac:spMk id="57" creationId="{A120C9E8-FB21-F2CA-F532-DC2CB2DAAB3E}"/>
          </ac:spMkLst>
        </pc:spChg>
        <pc:spChg chg="add del mod">
          <ac:chgData name="KARTIKEYA JAIN" userId="f0c0c5a1c67850f0" providerId="LiveId" clId="{5F06EF75-558D-45F6-A509-65A2AC5B9DB4}" dt="2026-09-04T15:45:50.732" v="2294" actId="478"/>
          <ac:spMkLst>
            <pc:docMk/>
            <pc:sldMk cId="997824840" sldId="270"/>
            <ac:spMk id="58" creationId="{DA3E5FC3-6423-2E44-E7BF-7854368FA3E2}"/>
          </ac:spMkLst>
        </pc:spChg>
        <pc:spChg chg="add mod">
          <ac:chgData name="KARTIKEYA JAIN" userId="f0c0c5a1c67850f0" providerId="LiveId" clId="{5F06EF75-558D-45F6-A509-65A2AC5B9DB4}" dt="2026-09-04T15:52:01.496" v="2830" actId="1036"/>
          <ac:spMkLst>
            <pc:docMk/>
            <pc:sldMk cId="997824840" sldId="270"/>
            <ac:spMk id="59" creationId="{EB74D442-D3F7-0843-4B6D-F41DA799A169}"/>
          </ac:spMkLst>
        </pc:spChg>
        <pc:spChg chg="add mod">
          <ac:chgData name="KARTIKEYA JAIN" userId="f0c0c5a1c67850f0" providerId="LiveId" clId="{5F06EF75-558D-45F6-A509-65A2AC5B9DB4}" dt="2026-09-04T15:52:01.496" v="2830" actId="1036"/>
          <ac:spMkLst>
            <pc:docMk/>
            <pc:sldMk cId="997824840" sldId="270"/>
            <ac:spMk id="60" creationId="{8A962033-3E0B-11C1-D3B8-8FA528B8C7C3}"/>
          </ac:spMkLst>
        </pc:spChg>
        <pc:spChg chg="add mod">
          <ac:chgData name="KARTIKEYA JAIN" userId="f0c0c5a1c67850f0" providerId="LiveId" clId="{5F06EF75-558D-45F6-A509-65A2AC5B9DB4}" dt="2026-09-04T15:52:01.496" v="2830" actId="1036"/>
          <ac:spMkLst>
            <pc:docMk/>
            <pc:sldMk cId="997824840" sldId="270"/>
            <ac:spMk id="61" creationId="{B1624016-7ACC-1909-5420-2FE9D91976D0}"/>
          </ac:spMkLst>
        </pc:spChg>
        <pc:spChg chg="add mod">
          <ac:chgData name="KARTIKEYA JAIN" userId="f0c0c5a1c67850f0" providerId="LiveId" clId="{5F06EF75-558D-45F6-A509-65A2AC5B9DB4}" dt="2026-09-04T15:52:01.496" v="2830" actId="1036"/>
          <ac:spMkLst>
            <pc:docMk/>
            <pc:sldMk cId="997824840" sldId="270"/>
            <ac:spMk id="62" creationId="{B6D24058-82E0-3AC1-0630-8FF293CBB9BD}"/>
          </ac:spMkLst>
        </pc:spChg>
        <pc:spChg chg="add mod ord">
          <ac:chgData name="KARTIKEYA JAIN" userId="f0c0c5a1c67850f0" providerId="LiveId" clId="{5F06EF75-558D-45F6-A509-65A2AC5B9DB4}" dt="2026-09-04T15:53:55.314" v="2874" actId="14100"/>
          <ac:spMkLst>
            <pc:docMk/>
            <pc:sldMk cId="997824840" sldId="270"/>
            <ac:spMk id="69" creationId="{102ED5A3-FE18-C461-6893-41EFCFE967DC}"/>
          </ac:spMkLst>
        </pc:spChg>
        <pc:spChg chg="del">
          <ac:chgData name="KARTIKEYA JAIN" userId="f0c0c5a1c67850f0" providerId="LiveId" clId="{5F06EF75-558D-45F6-A509-65A2AC5B9DB4}" dt="2026-09-04T15:44:03.540" v="2135" actId="478"/>
          <ac:spMkLst>
            <pc:docMk/>
            <pc:sldMk cId="997824840" sldId="270"/>
            <ac:spMk id="108" creationId="{BDBFC994-2851-D0B2-F6F9-FFEF120B9BEB}"/>
          </ac:spMkLst>
        </pc:spChg>
        <pc:picChg chg="mod">
          <ac:chgData name="KARTIKEYA JAIN" userId="f0c0c5a1c67850f0" providerId="LiveId" clId="{5F06EF75-558D-45F6-A509-65A2AC5B9DB4}" dt="2026-09-04T15:53:45.764" v="2873" actId="207"/>
          <ac:picMkLst>
            <pc:docMk/>
            <pc:sldMk cId="997824840" sldId="270"/>
            <ac:picMk id="8" creationId="{6CC36313-FC82-0038-07EA-05EA4A258EC2}"/>
          </ac:picMkLst>
        </pc:picChg>
        <pc:picChg chg="del mod">
          <ac:chgData name="KARTIKEYA JAIN" userId="f0c0c5a1c67850f0" providerId="LiveId" clId="{5F06EF75-558D-45F6-A509-65A2AC5B9DB4}" dt="2026-09-04T15:49:33.779" v="2603" actId="478"/>
          <ac:picMkLst>
            <pc:docMk/>
            <pc:sldMk cId="997824840" sldId="270"/>
            <ac:picMk id="14" creationId="{60E1327A-88AD-51CF-4A4A-8C6F2C3D0800}"/>
          </ac:picMkLst>
        </pc:picChg>
        <pc:picChg chg="del mod">
          <ac:chgData name="KARTIKEYA JAIN" userId="f0c0c5a1c67850f0" providerId="LiveId" clId="{5F06EF75-558D-45F6-A509-65A2AC5B9DB4}" dt="2026-09-04T15:49:33.118" v="2602" actId="478"/>
          <ac:picMkLst>
            <pc:docMk/>
            <pc:sldMk cId="997824840" sldId="270"/>
            <ac:picMk id="20" creationId="{D9C4DCE2-5318-7664-75F5-922DD0641A0F}"/>
          </ac:picMkLst>
        </pc:picChg>
        <pc:picChg chg="del mod">
          <ac:chgData name="KARTIKEYA JAIN" userId="f0c0c5a1c67850f0" providerId="LiveId" clId="{5F06EF75-558D-45F6-A509-65A2AC5B9DB4}" dt="2026-09-04T15:49:34.608" v="2604" actId="478"/>
          <ac:picMkLst>
            <pc:docMk/>
            <pc:sldMk cId="997824840" sldId="270"/>
            <ac:picMk id="26" creationId="{2DFE7A19-E5B7-583B-B903-BC741646F243}"/>
          </ac:picMkLst>
        </pc:picChg>
        <pc:picChg chg="mod">
          <ac:chgData name="KARTIKEYA JAIN" userId="f0c0c5a1c67850f0" providerId="LiveId" clId="{5F06EF75-558D-45F6-A509-65A2AC5B9DB4}" dt="2026-09-04T15:52:01.496" v="2830" actId="1036"/>
          <ac:picMkLst>
            <pc:docMk/>
            <pc:sldMk cId="997824840" sldId="270"/>
            <ac:picMk id="40" creationId="{C1B7D3E0-A857-C30F-D2E0-6AFF0E4EC334}"/>
          </ac:picMkLst>
        </pc:picChg>
        <pc:picChg chg="mod">
          <ac:chgData name="KARTIKEYA JAIN" userId="f0c0c5a1c67850f0" providerId="LiveId" clId="{5F06EF75-558D-45F6-A509-65A2AC5B9DB4}" dt="2026-09-04T15:52:01.496" v="2830" actId="1036"/>
          <ac:picMkLst>
            <pc:docMk/>
            <pc:sldMk cId="997824840" sldId="270"/>
            <ac:picMk id="46" creationId="{E4A90DB4-D192-D0C1-08C8-529A9183403B}"/>
          </ac:picMkLst>
        </pc:picChg>
        <pc:picChg chg="add mod ord">
          <ac:chgData name="KARTIKEYA JAIN" userId="f0c0c5a1c67850f0" providerId="LiveId" clId="{5F06EF75-558D-45F6-A509-65A2AC5B9DB4}" dt="2026-09-04T15:53:45.764" v="2873" actId="207"/>
          <ac:picMkLst>
            <pc:docMk/>
            <pc:sldMk cId="997824840" sldId="270"/>
            <ac:picMk id="64" creationId="{F2A30331-6629-4295-38F0-B144C434279C}"/>
          </ac:picMkLst>
        </pc:picChg>
        <pc:picChg chg="add mod ord">
          <ac:chgData name="KARTIKEYA JAIN" userId="f0c0c5a1c67850f0" providerId="LiveId" clId="{5F06EF75-558D-45F6-A509-65A2AC5B9DB4}" dt="2026-09-04T15:53:45.764" v="2873" actId="207"/>
          <ac:picMkLst>
            <pc:docMk/>
            <pc:sldMk cId="997824840" sldId="270"/>
            <ac:picMk id="66" creationId="{4267666A-03B8-9511-0BD6-348E82D736DF}"/>
          </ac:picMkLst>
        </pc:picChg>
        <pc:picChg chg="add mod ord">
          <ac:chgData name="KARTIKEYA JAIN" userId="f0c0c5a1c67850f0" providerId="LiveId" clId="{5F06EF75-558D-45F6-A509-65A2AC5B9DB4}" dt="2026-09-04T15:53:45.764" v="2873" actId="207"/>
          <ac:picMkLst>
            <pc:docMk/>
            <pc:sldMk cId="997824840" sldId="270"/>
            <ac:picMk id="68" creationId="{70F5B771-FB29-31E0-5415-851ADDA3AB22}"/>
          </ac:picMkLst>
        </pc:picChg>
      </pc:sldChg>
      <pc:sldChg chg="addSp delSp modSp add mod">
        <pc:chgData name="KARTIKEYA JAIN" userId="f0c0c5a1c67850f0" providerId="LiveId" clId="{5F06EF75-558D-45F6-A509-65A2AC5B9DB4}" dt="2026-09-04T15:43:50.320" v="2132" actId="1076"/>
        <pc:sldMkLst>
          <pc:docMk/>
          <pc:sldMk cId="3013065688" sldId="271"/>
        </pc:sldMkLst>
        <pc:spChg chg="del mod">
          <ac:chgData name="KARTIKEYA JAIN" userId="f0c0c5a1c67850f0" providerId="LiveId" clId="{5F06EF75-558D-45F6-A509-65A2AC5B9DB4}" dt="2026-09-04T15:41:33.973" v="1880" actId="478"/>
          <ac:spMkLst>
            <pc:docMk/>
            <pc:sldMk cId="3013065688" sldId="271"/>
            <ac:spMk id="5" creationId="{F9CC03E8-6956-668E-62DE-1DEA6E9BA4B6}"/>
          </ac:spMkLst>
        </pc:spChg>
        <pc:spChg chg="add mod">
          <ac:chgData name="KARTIKEYA JAIN" userId="f0c0c5a1c67850f0" providerId="LiveId" clId="{5F06EF75-558D-45F6-A509-65A2AC5B9DB4}" dt="2026-09-04T15:42:09.915" v="1905" actId="14100"/>
          <ac:spMkLst>
            <pc:docMk/>
            <pc:sldMk cId="3013065688" sldId="271"/>
            <ac:spMk id="6" creationId="{5F1034AE-ED05-E735-5070-126EBFAAEEA5}"/>
          </ac:spMkLst>
        </pc:spChg>
        <pc:spChg chg="add mod">
          <ac:chgData name="KARTIKEYA JAIN" userId="f0c0c5a1c67850f0" providerId="LiveId" clId="{5F06EF75-558D-45F6-A509-65A2AC5B9DB4}" dt="2026-09-04T15:43:37.632" v="2114" actId="1076"/>
          <ac:spMkLst>
            <pc:docMk/>
            <pc:sldMk cId="3013065688" sldId="271"/>
            <ac:spMk id="8" creationId="{6C5B4E33-A17B-3E21-8C3A-71DF55AC82C2}"/>
          </ac:spMkLst>
        </pc:spChg>
        <pc:spChg chg="add mod">
          <ac:chgData name="KARTIKEYA JAIN" userId="f0c0c5a1c67850f0" providerId="LiveId" clId="{5F06EF75-558D-45F6-A509-65A2AC5B9DB4}" dt="2026-09-04T15:42:37.735" v="2017" actId="1037"/>
          <ac:spMkLst>
            <pc:docMk/>
            <pc:sldMk cId="3013065688" sldId="271"/>
            <ac:spMk id="10" creationId="{A318E87C-3F6D-409C-6150-D4E99886E4B0}"/>
          </ac:spMkLst>
        </pc:spChg>
        <pc:spChg chg="mod">
          <ac:chgData name="KARTIKEYA JAIN" userId="f0c0c5a1c67850f0" providerId="LiveId" clId="{5F06EF75-558D-45F6-A509-65A2AC5B9DB4}" dt="2026-09-04T15:43:33.729" v="2112" actId="1036"/>
          <ac:spMkLst>
            <pc:docMk/>
            <pc:sldMk cId="3013065688" sldId="271"/>
            <ac:spMk id="12" creationId="{40D2B6EA-942E-90C4-BA65-6853180BB673}"/>
          </ac:spMkLst>
        </pc:spChg>
        <pc:spChg chg="mod">
          <ac:chgData name="KARTIKEYA JAIN" userId="f0c0c5a1c67850f0" providerId="LiveId" clId="{5F06EF75-558D-45F6-A509-65A2AC5B9DB4}" dt="2026-09-04T15:43:04.426" v="2094" actId="1038"/>
          <ac:spMkLst>
            <pc:docMk/>
            <pc:sldMk cId="3013065688" sldId="271"/>
            <ac:spMk id="14" creationId="{11EBC67A-8CEC-5B56-6292-DE78946DEB11}"/>
          </ac:spMkLst>
        </pc:spChg>
        <pc:spChg chg="add mod">
          <ac:chgData name="KARTIKEYA JAIN" userId="f0c0c5a1c67850f0" providerId="LiveId" clId="{5F06EF75-558D-45F6-A509-65A2AC5B9DB4}" dt="2026-09-04T15:43:08.479" v="2095" actId="14100"/>
          <ac:spMkLst>
            <pc:docMk/>
            <pc:sldMk cId="3013065688" sldId="271"/>
            <ac:spMk id="16" creationId="{8E4DB008-6860-2BFF-C395-FC6801C8AE19}"/>
          </ac:spMkLst>
        </pc:spChg>
        <pc:spChg chg="add mod">
          <ac:chgData name="KARTIKEYA JAIN" userId="f0c0c5a1c67850f0" providerId="LiveId" clId="{5F06EF75-558D-45F6-A509-65A2AC5B9DB4}" dt="2026-09-04T15:43:41.625" v="2130" actId="1038"/>
          <ac:spMkLst>
            <pc:docMk/>
            <pc:sldMk cId="3013065688" sldId="271"/>
            <ac:spMk id="18" creationId="{EBD50339-9013-A65B-CF2E-41C1FB80D7A1}"/>
          </ac:spMkLst>
        </pc:spChg>
        <pc:spChg chg="add mod">
          <ac:chgData name="KARTIKEYA JAIN" userId="f0c0c5a1c67850f0" providerId="LiveId" clId="{5F06EF75-558D-45F6-A509-65A2AC5B9DB4}" dt="2026-09-04T15:43:33.729" v="2112" actId="1036"/>
          <ac:spMkLst>
            <pc:docMk/>
            <pc:sldMk cId="3013065688" sldId="271"/>
            <ac:spMk id="20" creationId="{EB5AB6D7-63D8-AD03-D9DF-8696410F151E}"/>
          </ac:spMkLst>
        </pc:spChg>
        <pc:spChg chg="add mod">
          <ac:chgData name="KARTIKEYA JAIN" userId="f0c0c5a1c67850f0" providerId="LiveId" clId="{5F06EF75-558D-45F6-A509-65A2AC5B9DB4}" dt="2026-09-04T15:43:04.426" v="2094" actId="1038"/>
          <ac:spMkLst>
            <pc:docMk/>
            <pc:sldMk cId="3013065688" sldId="271"/>
            <ac:spMk id="22" creationId="{56148CFC-11C9-1EE2-C9EC-DD8E03CBDAA7}"/>
          </ac:spMkLst>
        </pc:spChg>
        <pc:spChg chg="add del mod">
          <ac:chgData name="KARTIKEYA JAIN" userId="f0c0c5a1c67850f0" providerId="LiveId" clId="{5F06EF75-558D-45F6-A509-65A2AC5B9DB4}" dt="2026-09-04T15:43:14.729" v="2097" actId="478"/>
          <ac:spMkLst>
            <pc:docMk/>
            <pc:sldMk cId="3013065688" sldId="271"/>
            <ac:spMk id="24" creationId="{F2B6D2B1-BC2D-3804-2A3B-D22BDB5C0F13}"/>
          </ac:spMkLst>
        </pc:spChg>
        <pc:spChg chg="add mod">
          <ac:chgData name="KARTIKEYA JAIN" userId="f0c0c5a1c67850f0" providerId="LiveId" clId="{5F06EF75-558D-45F6-A509-65A2AC5B9DB4}" dt="2026-09-04T15:43:04.426" v="2094" actId="1038"/>
          <ac:spMkLst>
            <pc:docMk/>
            <pc:sldMk cId="3013065688" sldId="271"/>
            <ac:spMk id="26" creationId="{14E04DAB-41DA-B8E0-FC42-F6A7FE764741}"/>
          </ac:spMkLst>
        </pc:spChg>
        <pc:spChg chg="add mod">
          <ac:chgData name="KARTIKEYA JAIN" userId="f0c0c5a1c67850f0" providerId="LiveId" clId="{5F06EF75-558D-45F6-A509-65A2AC5B9DB4}" dt="2026-09-04T15:43:46.577" v="2131" actId="1076"/>
          <ac:spMkLst>
            <pc:docMk/>
            <pc:sldMk cId="3013065688" sldId="271"/>
            <ac:spMk id="28" creationId="{6E6B844F-1E45-2736-227E-7EB45C233E38}"/>
          </ac:spMkLst>
        </pc:spChg>
        <pc:spChg chg="mod">
          <ac:chgData name="KARTIKEYA JAIN" userId="f0c0c5a1c67850f0" providerId="LiveId" clId="{5F06EF75-558D-45F6-A509-65A2AC5B9DB4}" dt="2026-09-04T15:43:50.320" v="2132" actId="1076"/>
          <ac:spMkLst>
            <pc:docMk/>
            <pc:sldMk cId="3013065688" sldId="271"/>
            <ac:spMk id="30" creationId="{1D04B114-28AD-4375-C197-EFE1BCA044AF}"/>
          </ac:spMkLst>
        </pc:spChg>
        <pc:spChg chg="del">
          <ac:chgData name="KARTIKEYA JAIN" userId="f0c0c5a1c67850f0" providerId="LiveId" clId="{5F06EF75-558D-45F6-A509-65A2AC5B9DB4}" dt="2026-09-04T15:42:03.813" v="1903" actId="478"/>
          <ac:spMkLst>
            <pc:docMk/>
            <pc:sldMk cId="3013065688" sldId="271"/>
            <ac:spMk id="108" creationId="{8D62875E-A02E-9D41-6BAB-5C11FFF4AEBC}"/>
          </ac:spMkLst>
        </pc:spChg>
        <pc:picChg chg="mod">
          <ac:chgData name="KARTIKEYA JAIN" userId="f0c0c5a1c67850f0" providerId="LiveId" clId="{5F06EF75-558D-45F6-A509-65A2AC5B9DB4}" dt="2026-09-04T15:42:51.233" v="2075" actId="14100"/>
          <ac:picMkLst>
            <pc:docMk/>
            <pc:sldMk cId="3013065688" sldId="271"/>
            <ac:picMk id="3" creationId="{8B3B5FAD-AB95-41F5-8498-AB61A032DE1A}"/>
          </ac:picMkLst>
        </pc:picChg>
      </pc:sldChg>
      <pc:sldChg chg="addSp delSp modSp add mod">
        <pc:chgData name="KARTIKEYA JAIN" userId="f0c0c5a1c67850f0" providerId="LiveId" clId="{5F06EF75-558D-45F6-A509-65A2AC5B9DB4}" dt="2026-09-04T15:41:17.857" v="1878" actId="1037"/>
        <pc:sldMkLst>
          <pc:docMk/>
          <pc:sldMk cId="4001618268" sldId="272"/>
        </pc:sldMkLst>
        <pc:spChg chg="mod">
          <ac:chgData name="KARTIKEYA JAIN" userId="f0c0c5a1c67850f0" providerId="LiveId" clId="{5F06EF75-558D-45F6-A509-65A2AC5B9DB4}" dt="2026-09-04T15:29:10.040" v="1059" actId="1076"/>
          <ac:spMkLst>
            <pc:docMk/>
            <pc:sldMk cId="4001618268" sldId="272"/>
            <ac:spMk id="3" creationId="{ADECC06C-B7C5-F554-E042-18323B531032}"/>
          </ac:spMkLst>
        </pc:spChg>
        <pc:spChg chg="del">
          <ac:chgData name="KARTIKEYA JAIN" userId="f0c0c5a1c67850f0" providerId="LiveId" clId="{5F06EF75-558D-45F6-A509-65A2AC5B9DB4}" dt="2026-09-04T15:28:42.687" v="1030" actId="478"/>
          <ac:spMkLst>
            <pc:docMk/>
            <pc:sldMk cId="4001618268" sldId="272"/>
            <ac:spMk id="5" creationId="{3A6DB84E-23F3-3C14-CBC0-2B3EFF972DA3}"/>
          </ac:spMkLst>
        </pc:spChg>
        <pc:spChg chg="mod">
          <ac:chgData name="KARTIKEYA JAIN" userId="f0c0c5a1c67850f0" providerId="LiveId" clId="{5F06EF75-558D-45F6-A509-65A2AC5B9DB4}" dt="2026-09-04T15:35:27.778" v="1618" actId="1076"/>
          <ac:spMkLst>
            <pc:docMk/>
            <pc:sldMk cId="4001618268" sldId="272"/>
            <ac:spMk id="6" creationId="{F77F03F6-4FB2-738D-28C1-ABA6406C0091}"/>
          </ac:spMkLst>
        </pc:spChg>
        <pc:spChg chg="add del mod">
          <ac:chgData name="KARTIKEYA JAIN" userId="f0c0c5a1c67850f0" providerId="LiveId" clId="{5F06EF75-558D-45F6-A509-65A2AC5B9DB4}" dt="2026-09-04T15:36:17.592" v="1662" actId="478"/>
          <ac:spMkLst>
            <pc:docMk/>
            <pc:sldMk cId="4001618268" sldId="272"/>
            <ac:spMk id="8" creationId="{683C1C02-57DF-E78D-8550-CB12FDE4EFF7}"/>
          </ac:spMkLst>
        </pc:spChg>
        <pc:spChg chg="add mod">
          <ac:chgData name="KARTIKEYA JAIN" userId="f0c0c5a1c67850f0" providerId="LiveId" clId="{5F06EF75-558D-45F6-A509-65A2AC5B9DB4}" dt="2026-09-04T15:37:05.680" v="1717" actId="1036"/>
          <ac:spMkLst>
            <pc:docMk/>
            <pc:sldMk cId="4001618268" sldId="272"/>
            <ac:spMk id="10" creationId="{441FED2B-2ABD-0A00-9985-B7ECC163AF58}"/>
          </ac:spMkLst>
        </pc:spChg>
        <pc:spChg chg="add mod">
          <ac:chgData name="KARTIKEYA JAIN" userId="f0c0c5a1c67850f0" providerId="LiveId" clId="{5F06EF75-558D-45F6-A509-65A2AC5B9DB4}" dt="2026-09-04T15:37:19.264" v="1728" actId="1035"/>
          <ac:spMkLst>
            <pc:docMk/>
            <pc:sldMk cId="4001618268" sldId="272"/>
            <ac:spMk id="12" creationId="{66FB8F16-CDEB-EAA9-7DEC-F0B7E270C5D4}"/>
          </ac:spMkLst>
        </pc:spChg>
        <pc:spChg chg="add del mod">
          <ac:chgData name="KARTIKEYA JAIN" userId="f0c0c5a1c67850f0" providerId="LiveId" clId="{5F06EF75-558D-45F6-A509-65A2AC5B9DB4}" dt="2026-09-04T15:36:16.799" v="1661" actId="478"/>
          <ac:spMkLst>
            <pc:docMk/>
            <pc:sldMk cId="4001618268" sldId="272"/>
            <ac:spMk id="14" creationId="{7C863697-1472-BF7B-128F-6AA20CF9303A}"/>
          </ac:spMkLst>
        </pc:spChg>
        <pc:spChg chg="mod">
          <ac:chgData name="KARTIKEYA JAIN" userId="f0c0c5a1c67850f0" providerId="LiveId" clId="{5F06EF75-558D-45F6-A509-65A2AC5B9DB4}" dt="2026-09-04T15:37:05.680" v="1717" actId="1036"/>
          <ac:spMkLst>
            <pc:docMk/>
            <pc:sldMk cId="4001618268" sldId="272"/>
            <ac:spMk id="16" creationId="{3979FAD9-F73B-E86F-F298-B1C057F9E2AC}"/>
          </ac:spMkLst>
        </pc:spChg>
        <pc:spChg chg="add mod">
          <ac:chgData name="KARTIKEYA JAIN" userId="f0c0c5a1c67850f0" providerId="LiveId" clId="{5F06EF75-558D-45F6-A509-65A2AC5B9DB4}" dt="2026-09-04T15:37:19.264" v="1728" actId="1035"/>
          <ac:spMkLst>
            <pc:docMk/>
            <pc:sldMk cId="4001618268" sldId="272"/>
            <ac:spMk id="18" creationId="{D3C93832-DBF2-D907-7E8A-3389D28EAB72}"/>
          </ac:spMkLst>
        </pc:spChg>
        <pc:spChg chg="add del mod">
          <ac:chgData name="KARTIKEYA JAIN" userId="f0c0c5a1c67850f0" providerId="LiveId" clId="{5F06EF75-558D-45F6-A509-65A2AC5B9DB4}" dt="2026-09-04T15:36:18.536" v="1663" actId="478"/>
          <ac:spMkLst>
            <pc:docMk/>
            <pc:sldMk cId="4001618268" sldId="272"/>
            <ac:spMk id="20" creationId="{4F2C7CEA-9E7A-D779-34DA-594F4093CA0E}"/>
          </ac:spMkLst>
        </pc:spChg>
        <pc:spChg chg="mod">
          <ac:chgData name="KARTIKEYA JAIN" userId="f0c0c5a1c67850f0" providerId="LiveId" clId="{5F06EF75-558D-45F6-A509-65A2AC5B9DB4}" dt="2026-09-04T15:35:02.057" v="1614" actId="1037"/>
          <ac:spMkLst>
            <pc:docMk/>
            <pc:sldMk cId="4001618268" sldId="272"/>
            <ac:spMk id="22" creationId="{0829C1CE-29C8-4D6E-773E-5CFAA98D7D94}"/>
          </ac:spMkLst>
        </pc:spChg>
        <pc:spChg chg="mod">
          <ac:chgData name="KARTIKEYA JAIN" userId="f0c0c5a1c67850f0" providerId="LiveId" clId="{5F06EF75-558D-45F6-A509-65A2AC5B9DB4}" dt="2026-09-04T15:37:25.441" v="1741" actId="1036"/>
          <ac:spMkLst>
            <pc:docMk/>
            <pc:sldMk cId="4001618268" sldId="272"/>
            <ac:spMk id="24" creationId="{ED4A57AD-B80E-56B4-7A4B-5375EB51C743}"/>
          </ac:spMkLst>
        </pc:spChg>
        <pc:spChg chg="add mod ord">
          <ac:chgData name="KARTIKEYA JAIN" userId="f0c0c5a1c67850f0" providerId="LiveId" clId="{5F06EF75-558D-45F6-A509-65A2AC5B9DB4}" dt="2026-09-04T15:37:47.882" v="1759" actId="1037"/>
          <ac:spMkLst>
            <pc:docMk/>
            <pc:sldMk cId="4001618268" sldId="272"/>
            <ac:spMk id="26" creationId="{810E2A85-A9A7-23A2-5122-D1B4F055949E}"/>
          </ac:spMkLst>
        </pc:spChg>
        <pc:spChg chg="add mod">
          <ac:chgData name="KARTIKEYA JAIN" userId="f0c0c5a1c67850f0" providerId="LiveId" clId="{5F06EF75-558D-45F6-A509-65A2AC5B9DB4}" dt="2026-09-04T15:32:16.234" v="1453" actId="1038"/>
          <ac:spMkLst>
            <pc:docMk/>
            <pc:sldMk cId="4001618268" sldId="272"/>
            <ac:spMk id="30" creationId="{11056F39-75C8-ABF7-2B7B-98DC48BCC111}"/>
          </ac:spMkLst>
        </pc:spChg>
        <pc:spChg chg="mod">
          <ac:chgData name="KARTIKEYA JAIN" userId="f0c0c5a1c67850f0" providerId="LiveId" clId="{5F06EF75-558D-45F6-A509-65A2AC5B9DB4}" dt="2026-09-04T15:32:16.234" v="1453" actId="1038"/>
          <ac:spMkLst>
            <pc:docMk/>
            <pc:sldMk cId="4001618268" sldId="272"/>
            <ac:spMk id="32" creationId="{3E7C1336-4EC8-D667-2695-64C34F2F1C4D}"/>
          </ac:spMkLst>
        </pc:spChg>
        <pc:spChg chg="mod">
          <ac:chgData name="KARTIKEYA JAIN" userId="f0c0c5a1c67850f0" providerId="LiveId" clId="{5F06EF75-558D-45F6-A509-65A2AC5B9DB4}" dt="2026-09-04T15:32:16.234" v="1453" actId="1038"/>
          <ac:spMkLst>
            <pc:docMk/>
            <pc:sldMk cId="4001618268" sldId="272"/>
            <ac:spMk id="36" creationId="{AB7DB816-1CBB-D904-CAB3-750349470CFB}"/>
          </ac:spMkLst>
        </pc:spChg>
        <pc:spChg chg="add mod">
          <ac:chgData name="KARTIKEYA JAIN" userId="f0c0c5a1c67850f0" providerId="LiveId" clId="{5F06EF75-558D-45F6-A509-65A2AC5B9DB4}" dt="2026-09-04T15:32:16.234" v="1453" actId="1038"/>
          <ac:spMkLst>
            <pc:docMk/>
            <pc:sldMk cId="4001618268" sldId="272"/>
            <ac:spMk id="38" creationId="{AADA9617-343A-937E-2023-11B3F003A2AA}"/>
          </ac:spMkLst>
        </pc:spChg>
        <pc:spChg chg="add mod">
          <ac:chgData name="KARTIKEYA JAIN" userId="f0c0c5a1c67850f0" providerId="LiveId" clId="{5F06EF75-558D-45F6-A509-65A2AC5B9DB4}" dt="2026-09-04T15:39:14.895" v="1830" actId="1035"/>
          <ac:spMkLst>
            <pc:docMk/>
            <pc:sldMk cId="4001618268" sldId="272"/>
            <ac:spMk id="42" creationId="{038915E8-F275-9E29-72DF-90B0CEFDF857}"/>
          </ac:spMkLst>
        </pc:spChg>
        <pc:spChg chg="mod">
          <ac:chgData name="KARTIKEYA JAIN" userId="f0c0c5a1c67850f0" providerId="LiveId" clId="{5F06EF75-558D-45F6-A509-65A2AC5B9DB4}" dt="2026-09-04T15:40:24.089" v="1851" actId="1035"/>
          <ac:spMkLst>
            <pc:docMk/>
            <pc:sldMk cId="4001618268" sldId="272"/>
            <ac:spMk id="44" creationId="{165BF341-840E-189E-59F1-F758258B52A9}"/>
          </ac:spMkLst>
        </pc:spChg>
        <pc:spChg chg="add mod">
          <ac:chgData name="KARTIKEYA JAIN" userId="f0c0c5a1c67850f0" providerId="LiveId" clId="{5F06EF75-558D-45F6-A509-65A2AC5B9DB4}" dt="2026-09-04T15:40:50.432" v="1857" actId="1076"/>
          <ac:spMkLst>
            <pc:docMk/>
            <pc:sldMk cId="4001618268" sldId="272"/>
            <ac:spMk id="46" creationId="{FA1B58B3-4292-6957-9B64-FC71A53EC455}"/>
          </ac:spMkLst>
        </pc:spChg>
        <pc:spChg chg="add mod ord">
          <ac:chgData name="KARTIKEYA JAIN" userId="f0c0c5a1c67850f0" providerId="LiveId" clId="{5F06EF75-558D-45F6-A509-65A2AC5B9DB4}" dt="2026-09-04T15:35:22.308" v="1617" actId="14100"/>
          <ac:spMkLst>
            <pc:docMk/>
            <pc:sldMk cId="4001618268" sldId="272"/>
            <ac:spMk id="47" creationId="{9AC9EC5E-7A12-00D8-C4F4-63BCBCA7BD75}"/>
          </ac:spMkLst>
        </pc:spChg>
        <pc:spChg chg="add mod ord">
          <ac:chgData name="KARTIKEYA JAIN" userId="f0c0c5a1c67850f0" providerId="LiveId" clId="{5F06EF75-558D-45F6-A509-65A2AC5B9DB4}" dt="2026-09-04T15:37:43.050" v="1750" actId="1076"/>
          <ac:spMkLst>
            <pc:docMk/>
            <pc:sldMk cId="4001618268" sldId="272"/>
            <ac:spMk id="49" creationId="{069A2146-5D8E-722C-1B6D-4739283A9CB7}"/>
          </ac:spMkLst>
        </pc:spChg>
        <pc:spChg chg="add mod ord">
          <ac:chgData name="KARTIKEYA JAIN" userId="f0c0c5a1c67850f0" providerId="LiveId" clId="{5F06EF75-558D-45F6-A509-65A2AC5B9DB4}" dt="2026-09-04T15:35:53.234" v="1644" actId="207"/>
          <ac:spMkLst>
            <pc:docMk/>
            <pc:sldMk cId="4001618268" sldId="272"/>
            <ac:spMk id="50" creationId="{5ECC7C3E-65D6-2AAF-0B77-9007F937D48E}"/>
          </ac:spMkLst>
        </pc:spChg>
        <pc:spChg chg="add mod ord">
          <ac:chgData name="KARTIKEYA JAIN" userId="f0c0c5a1c67850f0" providerId="LiveId" clId="{5F06EF75-558D-45F6-A509-65A2AC5B9DB4}" dt="2026-09-04T15:37:59.866" v="1771" actId="1037"/>
          <ac:spMkLst>
            <pc:docMk/>
            <pc:sldMk cId="4001618268" sldId="272"/>
            <ac:spMk id="52" creationId="{D556CFF3-AA75-7306-F91A-CD31B6CDCEAB}"/>
          </ac:spMkLst>
        </pc:spChg>
        <pc:spChg chg="add mod ord">
          <ac:chgData name="KARTIKEYA JAIN" userId="f0c0c5a1c67850f0" providerId="LiveId" clId="{5F06EF75-558D-45F6-A509-65A2AC5B9DB4}" dt="2026-09-04T15:36:54.633" v="1693" actId="207"/>
          <ac:spMkLst>
            <pc:docMk/>
            <pc:sldMk cId="4001618268" sldId="272"/>
            <ac:spMk id="53" creationId="{96B1375E-9701-030D-C3B7-073A068DAB70}"/>
          </ac:spMkLst>
        </pc:spChg>
        <pc:spChg chg="add mod ord">
          <ac:chgData name="KARTIKEYA JAIN" userId="f0c0c5a1c67850f0" providerId="LiveId" clId="{5F06EF75-558D-45F6-A509-65A2AC5B9DB4}" dt="2026-09-04T15:40:45.477" v="1856" actId="1076"/>
          <ac:spMkLst>
            <pc:docMk/>
            <pc:sldMk cId="4001618268" sldId="272"/>
            <ac:spMk id="55" creationId="{C8381B75-1195-CBDF-F2D9-0B8EB4B932E5}"/>
          </ac:spMkLst>
        </pc:spChg>
        <pc:spChg chg="add del">
          <ac:chgData name="KARTIKEYA JAIN" userId="f0c0c5a1c67850f0" providerId="LiveId" clId="{5F06EF75-558D-45F6-A509-65A2AC5B9DB4}" dt="2026-09-04T15:39:29.735" v="1832" actId="22"/>
          <ac:spMkLst>
            <pc:docMk/>
            <pc:sldMk cId="4001618268" sldId="272"/>
            <ac:spMk id="57" creationId="{6CC7B169-5145-2215-1BE7-9D922964ABB4}"/>
          </ac:spMkLst>
        </pc:spChg>
        <pc:spChg chg="add mod ord">
          <ac:chgData name="KARTIKEYA JAIN" userId="f0c0c5a1c67850f0" providerId="LiveId" clId="{5F06EF75-558D-45F6-A509-65A2AC5B9DB4}" dt="2026-09-04T15:41:17.857" v="1878" actId="1037"/>
          <ac:spMkLst>
            <pc:docMk/>
            <pc:sldMk cId="4001618268" sldId="272"/>
            <ac:spMk id="64" creationId="{3423268C-33A6-10F9-7143-FE2FA636C650}"/>
          </ac:spMkLst>
        </pc:spChg>
        <pc:spChg chg="del">
          <ac:chgData name="KARTIKEYA JAIN" userId="f0c0c5a1c67850f0" providerId="LiveId" clId="{5F06EF75-558D-45F6-A509-65A2AC5B9DB4}" dt="2026-09-04T15:28:58.977" v="1054" actId="478"/>
          <ac:spMkLst>
            <pc:docMk/>
            <pc:sldMk cId="4001618268" sldId="272"/>
            <ac:spMk id="108" creationId="{F2AF34D2-CA69-7C0B-14DB-E28AC294F030}"/>
          </ac:spMkLst>
        </pc:spChg>
        <pc:picChg chg="mod">
          <ac:chgData name="KARTIKEYA JAIN" userId="f0c0c5a1c67850f0" providerId="LiveId" clId="{5F06EF75-558D-45F6-A509-65A2AC5B9DB4}" dt="2026-09-04T15:32:16.234" v="1453" actId="1038"/>
          <ac:picMkLst>
            <pc:docMk/>
            <pc:sldMk cId="4001618268" sldId="272"/>
            <ac:picMk id="28" creationId="{20B0F2DD-5417-1414-76DF-221CFE05E05A}"/>
          </ac:picMkLst>
        </pc:picChg>
        <pc:picChg chg="mod">
          <ac:chgData name="KARTIKEYA JAIN" userId="f0c0c5a1c67850f0" providerId="LiveId" clId="{5F06EF75-558D-45F6-A509-65A2AC5B9DB4}" dt="2026-09-04T15:37:35.753" v="1747" actId="1038"/>
          <ac:picMkLst>
            <pc:docMk/>
            <pc:sldMk cId="4001618268" sldId="272"/>
            <ac:picMk id="34" creationId="{994BC5B3-C99E-1547-E8D0-2E4BF8C2EC6B}"/>
          </ac:picMkLst>
        </pc:picChg>
        <pc:picChg chg="mod">
          <ac:chgData name="KARTIKEYA JAIN" userId="f0c0c5a1c67850f0" providerId="LiveId" clId="{5F06EF75-558D-45F6-A509-65A2AC5B9DB4}" dt="2026-09-04T15:39:14.895" v="1830" actId="1035"/>
          <ac:picMkLst>
            <pc:docMk/>
            <pc:sldMk cId="4001618268" sldId="272"/>
            <ac:picMk id="40" creationId="{38A21A11-EDAE-F9DF-4D10-6BFD4C8D8A4B}"/>
          </ac:picMkLst>
        </pc:picChg>
        <pc:picChg chg="add mod">
          <ac:chgData name="KARTIKEYA JAIN" userId="f0c0c5a1c67850f0" providerId="LiveId" clId="{5F06EF75-558D-45F6-A509-65A2AC5B9DB4}" dt="2026-09-04T15:39:47.151" v="1840" actId="1076"/>
          <ac:picMkLst>
            <pc:docMk/>
            <pc:sldMk cId="4001618268" sldId="272"/>
            <ac:picMk id="59" creationId="{CBED06DC-89DD-707F-6F48-6D02F8C408C6}"/>
          </ac:picMkLst>
        </pc:picChg>
        <pc:picChg chg="add mod">
          <ac:chgData name="KARTIKEYA JAIN" userId="f0c0c5a1c67850f0" providerId="LiveId" clId="{5F06EF75-558D-45F6-A509-65A2AC5B9DB4}" dt="2026-09-04T15:39:52.525" v="1842" actId="1076"/>
          <ac:picMkLst>
            <pc:docMk/>
            <pc:sldMk cId="4001618268" sldId="272"/>
            <ac:picMk id="61" creationId="{F9989014-B28D-FAAA-A925-D08E03EFDC3B}"/>
          </ac:picMkLst>
        </pc:picChg>
        <pc:picChg chg="add mod">
          <ac:chgData name="KARTIKEYA JAIN" userId="f0c0c5a1c67850f0" providerId="LiveId" clId="{5F06EF75-558D-45F6-A509-65A2AC5B9DB4}" dt="2026-09-04T15:40:03.655" v="1846" actId="1076"/>
          <ac:picMkLst>
            <pc:docMk/>
            <pc:sldMk cId="4001618268" sldId="272"/>
            <ac:picMk id="63" creationId="{3916864E-2BDA-7EAF-7CA6-F14380F83D50}"/>
          </ac:picMkLst>
        </pc:picChg>
      </pc:sldChg>
      <pc:sldChg chg="addSp delSp modSp add mod">
        <pc:chgData name="KARTIKEYA JAIN" userId="f0c0c5a1c67850f0" providerId="LiveId" clId="{5F06EF75-558D-45F6-A509-65A2AC5B9DB4}" dt="2026-09-04T15:28:25.323" v="1029" actId="1076"/>
        <pc:sldMkLst>
          <pc:docMk/>
          <pc:sldMk cId="110353046" sldId="273"/>
        </pc:sldMkLst>
        <pc:spChg chg="add mod">
          <ac:chgData name="KARTIKEYA JAIN" userId="f0c0c5a1c67850f0" providerId="LiveId" clId="{5F06EF75-558D-45F6-A509-65A2AC5B9DB4}" dt="2026-09-04T15:27:03.150" v="900" actId="1076"/>
          <ac:spMkLst>
            <pc:docMk/>
            <pc:sldMk cId="110353046" sldId="273"/>
            <ac:spMk id="3" creationId="{61582479-9283-4B1B-20B6-F2B2BA5105F6}"/>
          </ac:spMkLst>
        </pc:spChg>
        <pc:spChg chg="del">
          <ac:chgData name="KARTIKEYA JAIN" userId="f0c0c5a1c67850f0" providerId="LiveId" clId="{5F06EF75-558D-45F6-A509-65A2AC5B9DB4}" dt="2026-09-04T15:26:36.361" v="859" actId="478"/>
          <ac:spMkLst>
            <pc:docMk/>
            <pc:sldMk cId="110353046" sldId="273"/>
            <ac:spMk id="5" creationId="{E67F9D34-3402-DF75-309F-4D544AC18A51}"/>
          </ac:spMkLst>
        </pc:spChg>
        <pc:spChg chg="add mod">
          <ac:chgData name="KARTIKEYA JAIN" userId="f0c0c5a1c67850f0" providerId="LiveId" clId="{5F06EF75-558D-45F6-A509-65A2AC5B9DB4}" dt="2026-09-04T15:28:25.323" v="1029" actId="1076"/>
          <ac:spMkLst>
            <pc:docMk/>
            <pc:sldMk cId="110353046" sldId="273"/>
            <ac:spMk id="6" creationId="{632FAFBA-EE74-DEDC-4EC7-7498C68F982C}"/>
          </ac:spMkLst>
        </pc:spChg>
        <pc:spChg chg="add mod">
          <ac:chgData name="KARTIKEYA JAIN" userId="f0c0c5a1c67850f0" providerId="LiveId" clId="{5F06EF75-558D-45F6-A509-65A2AC5B9DB4}" dt="2026-09-04T15:27:24.778" v="922" actId="1036"/>
          <ac:spMkLst>
            <pc:docMk/>
            <pc:sldMk cId="110353046" sldId="273"/>
            <ac:spMk id="10" creationId="{75119D5F-569F-4963-42F9-FEC834CF70AA}"/>
          </ac:spMkLst>
        </pc:spChg>
        <pc:spChg chg="mod">
          <ac:chgData name="KARTIKEYA JAIN" userId="f0c0c5a1c67850f0" providerId="LiveId" clId="{5F06EF75-558D-45F6-A509-65A2AC5B9DB4}" dt="2026-09-04T15:27:24.778" v="922" actId="1036"/>
          <ac:spMkLst>
            <pc:docMk/>
            <pc:sldMk cId="110353046" sldId="273"/>
            <ac:spMk id="14" creationId="{DFA1EB4E-05FA-2478-1F1B-1A3129E9B652}"/>
          </ac:spMkLst>
        </pc:spChg>
        <pc:spChg chg="add mod">
          <ac:chgData name="KARTIKEYA JAIN" userId="f0c0c5a1c67850f0" providerId="LiveId" clId="{5F06EF75-558D-45F6-A509-65A2AC5B9DB4}" dt="2026-09-04T15:28:06.273" v="1018" actId="1076"/>
          <ac:spMkLst>
            <pc:docMk/>
            <pc:sldMk cId="110353046" sldId="273"/>
            <ac:spMk id="16" creationId="{45766973-7D07-851E-A98D-9BE5B77E6845}"/>
          </ac:spMkLst>
        </pc:spChg>
        <pc:spChg chg="mod">
          <ac:chgData name="KARTIKEYA JAIN" userId="f0c0c5a1c67850f0" providerId="LiveId" clId="{5F06EF75-558D-45F6-A509-65A2AC5B9DB4}" dt="2026-09-04T15:27:42.044" v="967" actId="1037"/>
          <ac:spMkLst>
            <pc:docMk/>
            <pc:sldMk cId="110353046" sldId="273"/>
            <ac:spMk id="20" creationId="{82A31B52-3E69-7863-537B-F7F7B744561E}"/>
          </ac:spMkLst>
        </pc:spChg>
        <pc:spChg chg="add mod">
          <ac:chgData name="KARTIKEYA JAIN" userId="f0c0c5a1c67850f0" providerId="LiveId" clId="{5F06EF75-558D-45F6-A509-65A2AC5B9DB4}" dt="2026-09-04T15:27:42.044" v="967" actId="1037"/>
          <ac:spMkLst>
            <pc:docMk/>
            <pc:sldMk cId="110353046" sldId="273"/>
            <ac:spMk id="22" creationId="{3668E6EC-D85B-3868-3FEC-5E96C2E558A6}"/>
          </ac:spMkLst>
        </pc:spChg>
        <pc:spChg chg="mod">
          <ac:chgData name="KARTIKEYA JAIN" userId="f0c0c5a1c67850f0" providerId="LiveId" clId="{5F06EF75-558D-45F6-A509-65A2AC5B9DB4}" dt="2026-09-04T15:27:42.044" v="967" actId="1037"/>
          <ac:spMkLst>
            <pc:docMk/>
            <pc:sldMk cId="110353046" sldId="273"/>
            <ac:spMk id="24" creationId="{F462F2C4-E683-FB41-88CD-E7A795236079}"/>
          </ac:spMkLst>
        </pc:spChg>
        <pc:spChg chg="add mod">
          <ac:chgData name="KARTIKEYA JAIN" userId="f0c0c5a1c67850f0" providerId="LiveId" clId="{5F06EF75-558D-45F6-A509-65A2AC5B9DB4}" dt="2026-09-04T15:27:42.044" v="967" actId="1037"/>
          <ac:spMkLst>
            <pc:docMk/>
            <pc:sldMk cId="110353046" sldId="273"/>
            <ac:spMk id="26" creationId="{117211E4-BB07-6E9D-C755-090B7B088430}"/>
          </ac:spMkLst>
        </pc:spChg>
        <pc:spChg chg="add mod">
          <ac:chgData name="KARTIKEYA JAIN" userId="f0c0c5a1c67850f0" providerId="LiveId" clId="{5F06EF75-558D-45F6-A509-65A2AC5B9DB4}" dt="2026-09-04T15:27:42.044" v="967" actId="1037"/>
          <ac:spMkLst>
            <pc:docMk/>
            <pc:sldMk cId="110353046" sldId="273"/>
            <ac:spMk id="28" creationId="{818A5935-9E82-9731-5F8D-242A20AB1D9C}"/>
          </ac:spMkLst>
        </pc:spChg>
        <pc:spChg chg="mod">
          <ac:chgData name="KARTIKEYA JAIN" userId="f0c0c5a1c67850f0" providerId="LiveId" clId="{5F06EF75-558D-45F6-A509-65A2AC5B9DB4}" dt="2026-09-04T15:27:42.044" v="967" actId="1037"/>
          <ac:spMkLst>
            <pc:docMk/>
            <pc:sldMk cId="110353046" sldId="273"/>
            <ac:spMk id="30" creationId="{D5903852-332E-88BA-B169-3BD59209A1B5}"/>
          </ac:spMkLst>
        </pc:spChg>
        <pc:spChg chg="add mod">
          <ac:chgData name="KARTIKEYA JAIN" userId="f0c0c5a1c67850f0" providerId="LiveId" clId="{5F06EF75-558D-45F6-A509-65A2AC5B9DB4}" dt="2026-09-04T15:26:44.184" v="893" actId="14100"/>
          <ac:spMkLst>
            <pc:docMk/>
            <pc:sldMk cId="110353046" sldId="273"/>
            <ac:spMk id="32" creationId="{C7E44E2C-A0D9-DC80-0484-CB30B4669552}"/>
          </ac:spMkLst>
        </pc:spChg>
        <pc:spChg chg="add mod">
          <ac:chgData name="KARTIKEYA JAIN" userId="f0c0c5a1c67850f0" providerId="LiveId" clId="{5F06EF75-558D-45F6-A509-65A2AC5B9DB4}" dt="2026-09-04T15:27:42.044" v="967" actId="1037"/>
          <ac:spMkLst>
            <pc:docMk/>
            <pc:sldMk cId="110353046" sldId="273"/>
            <ac:spMk id="34" creationId="{68F67479-DCA5-77C3-712A-11A0DF1B060C}"/>
          </ac:spMkLst>
        </pc:spChg>
        <pc:spChg chg="add mod">
          <ac:chgData name="KARTIKEYA JAIN" userId="f0c0c5a1c67850f0" providerId="LiveId" clId="{5F06EF75-558D-45F6-A509-65A2AC5B9DB4}" dt="2026-09-04T15:27:42.044" v="967" actId="1037"/>
          <ac:spMkLst>
            <pc:docMk/>
            <pc:sldMk cId="110353046" sldId="273"/>
            <ac:spMk id="36" creationId="{FF6CF70B-D048-A237-D505-A1A037447786}"/>
          </ac:spMkLst>
        </pc:spChg>
        <pc:spChg chg="mod">
          <ac:chgData name="KARTIKEYA JAIN" userId="f0c0c5a1c67850f0" providerId="LiveId" clId="{5F06EF75-558D-45F6-A509-65A2AC5B9DB4}" dt="2026-09-04T15:27:42.044" v="967" actId="1037"/>
          <ac:spMkLst>
            <pc:docMk/>
            <pc:sldMk cId="110353046" sldId="273"/>
            <ac:spMk id="38" creationId="{CDDC99DE-B169-603D-2028-E085FBD6389D}"/>
          </ac:spMkLst>
        </pc:spChg>
        <pc:spChg chg="del">
          <ac:chgData name="KARTIKEYA JAIN" userId="f0c0c5a1c67850f0" providerId="LiveId" clId="{5F06EF75-558D-45F6-A509-65A2AC5B9DB4}" dt="2026-09-04T15:26:48.821" v="894" actId="478"/>
          <ac:spMkLst>
            <pc:docMk/>
            <pc:sldMk cId="110353046" sldId="273"/>
            <ac:spMk id="108" creationId="{FAE235E0-32FF-B929-CF85-5FB1C96F73B2}"/>
          </ac:spMkLst>
        </pc:spChg>
        <pc:graphicFrameChg chg="mod modGraphic">
          <ac:chgData name="KARTIKEYA JAIN" userId="f0c0c5a1c67850f0" providerId="LiveId" clId="{5F06EF75-558D-45F6-A509-65A2AC5B9DB4}" dt="2026-09-04T15:28:15.042" v="1027" actId="1038"/>
          <ac:graphicFrameMkLst>
            <pc:docMk/>
            <pc:sldMk cId="110353046" sldId="273"/>
            <ac:graphicFrameMk id="8" creationId="{00E1FB98-C868-BDF0-61A5-9E0CCF5C52C0}"/>
          </ac:graphicFrameMkLst>
        </pc:graphicFrameChg>
        <pc:picChg chg="mod">
          <ac:chgData name="KARTIKEYA JAIN" userId="f0c0c5a1c67850f0" providerId="LiveId" clId="{5F06EF75-558D-45F6-A509-65A2AC5B9DB4}" dt="2026-09-04T15:27:24.778" v="922" actId="1036"/>
          <ac:picMkLst>
            <pc:docMk/>
            <pc:sldMk cId="110353046" sldId="273"/>
            <ac:picMk id="12" creationId="{160BECD9-FB4E-25B9-C8BB-2DD22A503F66}"/>
          </ac:picMkLst>
        </pc:picChg>
        <pc:picChg chg="mod">
          <ac:chgData name="KARTIKEYA JAIN" userId="f0c0c5a1c67850f0" providerId="LiveId" clId="{5F06EF75-558D-45F6-A509-65A2AC5B9DB4}" dt="2026-09-04T15:27:02.649" v="899" actId="14100"/>
          <ac:picMkLst>
            <pc:docMk/>
            <pc:sldMk cId="110353046" sldId="273"/>
            <ac:picMk id="18" creationId="{6C4625AD-9165-12B1-3BED-048CAB591871}"/>
          </ac:picMkLst>
        </pc:picChg>
      </pc:sldChg>
      <pc:sldChg chg="addSp delSp modSp add mod">
        <pc:chgData name="KARTIKEYA JAIN" userId="f0c0c5a1c67850f0" providerId="LiveId" clId="{5F06EF75-558D-45F6-A509-65A2AC5B9DB4}" dt="2026-09-04T15:26:20.141" v="858" actId="1036"/>
        <pc:sldMkLst>
          <pc:docMk/>
          <pc:sldMk cId="375720246" sldId="274"/>
        </pc:sldMkLst>
        <pc:spChg chg="mod">
          <ac:chgData name="KARTIKEYA JAIN" userId="f0c0c5a1c67850f0" providerId="LiveId" clId="{5F06EF75-558D-45F6-A509-65A2AC5B9DB4}" dt="2026-09-04T15:25:47.336" v="816" actId="403"/>
          <ac:spMkLst>
            <pc:docMk/>
            <pc:sldMk cId="375720246" sldId="274"/>
            <ac:spMk id="3" creationId="{4B720C66-0BC0-4860-2BB1-65B4C720CF7A}"/>
          </ac:spMkLst>
        </pc:spChg>
        <pc:spChg chg="del">
          <ac:chgData name="KARTIKEYA JAIN" userId="f0c0c5a1c67850f0" providerId="LiveId" clId="{5F06EF75-558D-45F6-A509-65A2AC5B9DB4}" dt="2026-09-04T15:25:50.466" v="819" actId="478"/>
          <ac:spMkLst>
            <pc:docMk/>
            <pc:sldMk cId="375720246" sldId="274"/>
            <ac:spMk id="5" creationId="{8517A81B-D09B-D41B-34B1-E637E39C740B}"/>
          </ac:spMkLst>
        </pc:spChg>
        <pc:spChg chg="add del">
          <ac:chgData name="KARTIKEYA JAIN" userId="f0c0c5a1c67850f0" providerId="LiveId" clId="{5F06EF75-558D-45F6-A509-65A2AC5B9DB4}" dt="2026-09-04T15:25:47.832" v="818" actId="22"/>
          <ac:spMkLst>
            <pc:docMk/>
            <pc:sldMk cId="375720246" sldId="274"/>
            <ac:spMk id="8" creationId="{9B482727-9F6A-6C22-A019-212EB9FF12CB}"/>
          </ac:spMkLst>
        </pc:spChg>
        <pc:spChg chg="add del">
          <ac:chgData name="KARTIKEYA JAIN" userId="f0c0c5a1c67850f0" providerId="LiveId" clId="{5F06EF75-558D-45F6-A509-65A2AC5B9DB4}" dt="2026-09-04T15:25:47.832" v="818" actId="22"/>
          <ac:spMkLst>
            <pc:docMk/>
            <pc:sldMk cId="375720246" sldId="274"/>
            <ac:spMk id="18" creationId="{941A11FD-8CDD-591E-7C1E-C90B7818555E}"/>
          </ac:spMkLst>
        </pc:spChg>
        <pc:spChg chg="add del">
          <ac:chgData name="KARTIKEYA JAIN" userId="f0c0c5a1c67850f0" providerId="LiveId" clId="{5F06EF75-558D-45F6-A509-65A2AC5B9DB4}" dt="2026-09-04T15:25:47.832" v="818" actId="22"/>
          <ac:spMkLst>
            <pc:docMk/>
            <pc:sldMk cId="375720246" sldId="274"/>
            <ac:spMk id="30" creationId="{43A0DFDC-9407-3472-E6E1-FB42D430D19A}"/>
          </ac:spMkLst>
        </pc:spChg>
        <pc:spChg chg="add del">
          <ac:chgData name="KARTIKEYA JAIN" userId="f0c0c5a1c67850f0" providerId="LiveId" clId="{5F06EF75-558D-45F6-A509-65A2AC5B9DB4}" dt="2026-09-04T15:25:47.832" v="818" actId="22"/>
          <ac:spMkLst>
            <pc:docMk/>
            <pc:sldMk cId="375720246" sldId="274"/>
            <ac:spMk id="34" creationId="{DD952E43-7ECD-57EF-FBE1-89417112F3C8}"/>
          </ac:spMkLst>
        </pc:spChg>
        <pc:spChg chg="add del">
          <ac:chgData name="KARTIKEYA JAIN" userId="f0c0c5a1c67850f0" providerId="LiveId" clId="{5F06EF75-558D-45F6-A509-65A2AC5B9DB4}" dt="2026-09-04T15:25:47.832" v="818" actId="22"/>
          <ac:spMkLst>
            <pc:docMk/>
            <pc:sldMk cId="375720246" sldId="274"/>
            <ac:spMk id="38" creationId="{31F1C691-75B4-6F5F-7010-80DEE1082D0C}"/>
          </ac:spMkLst>
        </pc:spChg>
        <pc:spChg chg="add del">
          <ac:chgData name="KARTIKEYA JAIN" userId="f0c0c5a1c67850f0" providerId="LiveId" clId="{5F06EF75-558D-45F6-A509-65A2AC5B9DB4}" dt="2026-09-04T15:25:47.832" v="818" actId="22"/>
          <ac:spMkLst>
            <pc:docMk/>
            <pc:sldMk cId="375720246" sldId="274"/>
            <ac:spMk id="42" creationId="{F0055E06-5FDA-A82C-C38E-B0390EA35A10}"/>
          </ac:spMkLst>
        </pc:spChg>
        <pc:spChg chg="add del">
          <ac:chgData name="KARTIKEYA JAIN" userId="f0c0c5a1c67850f0" providerId="LiveId" clId="{5F06EF75-558D-45F6-A509-65A2AC5B9DB4}" dt="2026-09-04T15:25:47.832" v="818" actId="22"/>
          <ac:spMkLst>
            <pc:docMk/>
            <pc:sldMk cId="375720246" sldId="274"/>
            <ac:spMk id="44" creationId="{ECB5DA4C-AA8F-72A9-F555-52475FF23EA0}"/>
          </ac:spMkLst>
        </pc:spChg>
        <pc:spChg chg="add del">
          <ac:chgData name="KARTIKEYA JAIN" userId="f0c0c5a1c67850f0" providerId="LiveId" clId="{5F06EF75-558D-45F6-A509-65A2AC5B9DB4}" dt="2026-09-04T15:25:47.832" v="818" actId="22"/>
          <ac:spMkLst>
            <pc:docMk/>
            <pc:sldMk cId="375720246" sldId="274"/>
            <ac:spMk id="48" creationId="{49E5E8A9-DED8-E122-46EE-7612D87B882C}"/>
          </ac:spMkLst>
        </pc:spChg>
        <pc:spChg chg="add del">
          <ac:chgData name="KARTIKEYA JAIN" userId="f0c0c5a1c67850f0" providerId="LiveId" clId="{5F06EF75-558D-45F6-A509-65A2AC5B9DB4}" dt="2026-09-04T15:25:47.832" v="818" actId="22"/>
          <ac:spMkLst>
            <pc:docMk/>
            <pc:sldMk cId="375720246" sldId="274"/>
            <ac:spMk id="50" creationId="{09413BB3-8297-A081-95E9-B6F5785ABA59}"/>
          </ac:spMkLst>
        </pc:spChg>
        <pc:spChg chg="add del">
          <ac:chgData name="KARTIKEYA JAIN" userId="f0c0c5a1c67850f0" providerId="LiveId" clId="{5F06EF75-558D-45F6-A509-65A2AC5B9DB4}" dt="2026-09-04T15:25:47.832" v="818" actId="22"/>
          <ac:spMkLst>
            <pc:docMk/>
            <pc:sldMk cId="375720246" sldId="274"/>
            <ac:spMk id="60" creationId="{642E286F-6967-8C15-A33C-EA4FF01A264C}"/>
          </ac:spMkLst>
        </pc:spChg>
        <pc:spChg chg="add mod">
          <ac:chgData name="KARTIKEYA JAIN" userId="f0c0c5a1c67850f0" providerId="LiveId" clId="{5F06EF75-558D-45F6-A509-65A2AC5B9DB4}" dt="2026-09-04T15:25:44.620" v="810" actId="571"/>
          <ac:spMkLst>
            <pc:docMk/>
            <pc:sldMk cId="375720246" sldId="274"/>
            <ac:spMk id="77" creationId="{1F1252E7-3501-23B3-57E8-D262BA980E2C}"/>
          </ac:spMkLst>
        </pc:spChg>
        <pc:spChg chg="add del mod">
          <ac:chgData name="KARTIKEYA JAIN" userId="f0c0c5a1c67850f0" providerId="LiveId" clId="{5F06EF75-558D-45F6-A509-65A2AC5B9DB4}" dt="2026-09-04T15:26:14.040" v="847" actId="20577"/>
          <ac:spMkLst>
            <pc:docMk/>
            <pc:sldMk cId="375720246" sldId="274"/>
            <ac:spMk id="108" creationId="{EEECFCA1-1B6D-1FA6-FBBB-CFED4A8A4E85}"/>
          </ac:spMkLst>
        </pc:spChg>
        <pc:picChg chg="add mod">
          <ac:chgData name="KARTIKEYA JAIN" userId="f0c0c5a1c67850f0" providerId="LiveId" clId="{5F06EF75-558D-45F6-A509-65A2AC5B9DB4}" dt="2026-09-04T15:26:20.141" v="858" actId="1036"/>
          <ac:picMkLst>
            <pc:docMk/>
            <pc:sldMk cId="375720246" sldId="274"/>
            <ac:picMk id="79" creationId="{72D6DCE2-1227-4AE9-0AF3-B379932AD110}"/>
          </ac:picMkLst>
        </pc:picChg>
      </pc:sldChg>
      <pc:sldChg chg="addSp delSp modSp add mod">
        <pc:chgData name="KARTIKEYA JAIN" userId="f0c0c5a1c67850f0" providerId="LiveId" clId="{5F06EF75-558D-45F6-A509-65A2AC5B9DB4}" dt="2026-09-04T15:33:37.166" v="1493" actId="14100"/>
        <pc:sldMkLst>
          <pc:docMk/>
          <pc:sldMk cId="2147250651" sldId="275"/>
        </pc:sldMkLst>
        <pc:spChg chg="add mod">
          <ac:chgData name="KARTIKEYA JAIN" userId="f0c0c5a1c67850f0" providerId="LiveId" clId="{5F06EF75-558D-45F6-A509-65A2AC5B9DB4}" dt="2026-09-04T15:19:50.627" v="761" actId="1076"/>
          <ac:spMkLst>
            <pc:docMk/>
            <pc:sldMk cId="2147250651" sldId="275"/>
            <ac:spMk id="3" creationId="{B53E3ACF-5962-8791-75B6-6D3E60B7E827}"/>
          </ac:spMkLst>
        </pc:spChg>
        <pc:spChg chg="del">
          <ac:chgData name="KARTIKEYA JAIN" userId="f0c0c5a1c67850f0" providerId="LiveId" clId="{5F06EF75-558D-45F6-A509-65A2AC5B9DB4}" dt="2026-09-04T15:19:37.829" v="757" actId="478"/>
          <ac:spMkLst>
            <pc:docMk/>
            <pc:sldMk cId="2147250651" sldId="275"/>
            <ac:spMk id="5" creationId="{F1BA6E4B-F77B-07EA-5CF6-FF5D4DA41F0C}"/>
          </ac:spMkLst>
        </pc:spChg>
        <pc:spChg chg="add mod">
          <ac:chgData name="KARTIKEYA JAIN" userId="f0c0c5a1c67850f0" providerId="LiveId" clId="{5F06EF75-558D-45F6-A509-65A2AC5B9DB4}" dt="2026-09-04T15:22:31.076" v="800" actId="1076"/>
          <ac:spMkLst>
            <pc:docMk/>
            <pc:sldMk cId="2147250651" sldId="275"/>
            <ac:spMk id="8" creationId="{BF8DA447-8C06-1190-6812-C880EDE88457}"/>
          </ac:spMkLst>
        </pc:spChg>
        <pc:spChg chg="add mod">
          <ac:chgData name="KARTIKEYA JAIN" userId="f0c0c5a1c67850f0" providerId="LiveId" clId="{5F06EF75-558D-45F6-A509-65A2AC5B9DB4}" dt="2026-09-04T15:22:13.809" v="799" actId="123"/>
          <ac:spMkLst>
            <pc:docMk/>
            <pc:sldMk cId="2147250651" sldId="275"/>
            <ac:spMk id="10" creationId="{7B60FC54-DBE7-62A5-0E0C-F2991F7CFC65}"/>
          </ac:spMkLst>
        </pc:spChg>
        <pc:spChg chg="add mod ord">
          <ac:chgData name="KARTIKEYA JAIN" userId="f0c0c5a1c67850f0" providerId="LiveId" clId="{5F06EF75-558D-45F6-A509-65A2AC5B9DB4}" dt="2026-09-04T15:33:22.257" v="1491" actId="171"/>
          <ac:spMkLst>
            <pc:docMk/>
            <pc:sldMk cId="2147250651" sldId="275"/>
            <ac:spMk id="11" creationId="{E8F627C1-B4DA-86EE-63DF-58A591F4CBB6}"/>
          </ac:spMkLst>
        </pc:spChg>
        <pc:spChg chg="del">
          <ac:chgData name="KARTIKEYA JAIN" userId="f0c0c5a1c67850f0" providerId="LiveId" clId="{5F06EF75-558D-45F6-A509-65A2AC5B9DB4}" dt="2026-09-04T15:19:43.559" v="759" actId="478"/>
          <ac:spMkLst>
            <pc:docMk/>
            <pc:sldMk cId="2147250651" sldId="275"/>
            <ac:spMk id="108" creationId="{077BAB1C-0ACC-A83F-DE75-8F6E97AECE0C}"/>
          </ac:spMkLst>
        </pc:spChg>
        <pc:picChg chg="add mod modCrop">
          <ac:chgData name="KARTIKEYA JAIN" userId="f0c0c5a1c67850f0" providerId="LiveId" clId="{5F06EF75-558D-45F6-A509-65A2AC5B9DB4}" dt="2026-09-04T15:33:37.166" v="1493" actId="14100"/>
          <ac:picMkLst>
            <pc:docMk/>
            <pc:sldMk cId="2147250651" sldId="275"/>
            <ac:picMk id="6" creationId="{50EC71E1-C9F9-0BBC-0027-743D9FC2F347}"/>
          </ac:picMkLst>
        </pc:picChg>
      </pc:sldChg>
      <pc:sldChg chg="addSp delSp modSp add mod">
        <pc:chgData name="KARTIKEYA JAIN" userId="f0c0c5a1c67850f0" providerId="LiveId" clId="{5F06EF75-558D-45F6-A509-65A2AC5B9DB4}" dt="2026-09-04T14:57:01.110" v="756" actId="1076"/>
        <pc:sldMkLst>
          <pc:docMk/>
          <pc:sldMk cId="3564182789" sldId="276"/>
        </pc:sldMkLst>
        <pc:spChg chg="add mod">
          <ac:chgData name="KARTIKEYA JAIN" userId="f0c0c5a1c67850f0" providerId="LiveId" clId="{5F06EF75-558D-45F6-A509-65A2AC5B9DB4}" dt="2026-09-04T14:48:51.300" v="514" actId="1076"/>
          <ac:spMkLst>
            <pc:docMk/>
            <pc:sldMk cId="3564182789" sldId="276"/>
            <ac:spMk id="3" creationId="{12F0842B-B707-FEDD-52AD-E4F4D89DD859}"/>
          </ac:spMkLst>
        </pc:spChg>
        <pc:spChg chg="del">
          <ac:chgData name="KARTIKEYA JAIN" userId="f0c0c5a1c67850f0" providerId="LiveId" clId="{5F06EF75-558D-45F6-A509-65A2AC5B9DB4}" dt="2026-09-04T14:48:24.005" v="444" actId="478"/>
          <ac:spMkLst>
            <pc:docMk/>
            <pc:sldMk cId="3564182789" sldId="276"/>
            <ac:spMk id="5" creationId="{2D9B029F-B4E2-D38F-69EC-34E6BDE9761C}"/>
          </ac:spMkLst>
        </pc:spChg>
        <pc:spChg chg="mod">
          <ac:chgData name="KARTIKEYA JAIN" userId="f0c0c5a1c67850f0" providerId="LiveId" clId="{5F06EF75-558D-45F6-A509-65A2AC5B9DB4}" dt="2026-09-04T14:51:26.950" v="536" actId="1076"/>
          <ac:spMkLst>
            <pc:docMk/>
            <pc:sldMk cId="3564182789" sldId="276"/>
            <ac:spMk id="6" creationId="{F18288F6-7B40-F27F-905D-8A277AF6856E}"/>
          </ac:spMkLst>
        </pc:spChg>
        <pc:spChg chg="add">
          <ac:chgData name="KARTIKEYA JAIN" userId="f0c0c5a1c67850f0" providerId="LiveId" clId="{5F06EF75-558D-45F6-A509-65A2AC5B9DB4}" dt="2026-09-04T14:48:24.417" v="445" actId="22"/>
          <ac:spMkLst>
            <pc:docMk/>
            <pc:sldMk cId="3564182789" sldId="276"/>
            <ac:spMk id="8" creationId="{A3C2DEFB-C39D-A9CB-A436-EFDB37CA6CC8}"/>
          </ac:spMkLst>
        </pc:spChg>
        <pc:spChg chg="add">
          <ac:chgData name="KARTIKEYA JAIN" userId="f0c0c5a1c67850f0" providerId="LiveId" clId="{5F06EF75-558D-45F6-A509-65A2AC5B9DB4}" dt="2026-09-04T14:48:24.417" v="445" actId="22"/>
          <ac:spMkLst>
            <pc:docMk/>
            <pc:sldMk cId="3564182789" sldId="276"/>
            <ac:spMk id="10" creationId="{8D4C97DE-C5CC-CC0F-F0C9-211A4F4ED388}"/>
          </ac:spMkLst>
        </pc:spChg>
        <pc:spChg chg="add mod">
          <ac:chgData name="KARTIKEYA JAIN" userId="f0c0c5a1c67850f0" providerId="LiveId" clId="{5F06EF75-558D-45F6-A509-65A2AC5B9DB4}" dt="2026-09-04T14:48:36.399" v="511" actId="1035"/>
          <ac:spMkLst>
            <pc:docMk/>
            <pc:sldMk cId="3564182789" sldId="276"/>
            <ac:spMk id="14" creationId="{2F9BAF53-AC2F-1D52-16ED-76B5BFD2A9F8}"/>
          </ac:spMkLst>
        </pc:spChg>
        <pc:spChg chg="mod">
          <ac:chgData name="KARTIKEYA JAIN" userId="f0c0c5a1c67850f0" providerId="LiveId" clId="{5F06EF75-558D-45F6-A509-65A2AC5B9DB4}" dt="2026-09-04T14:48:36.399" v="511" actId="1035"/>
          <ac:spMkLst>
            <pc:docMk/>
            <pc:sldMk cId="3564182789" sldId="276"/>
            <ac:spMk id="16" creationId="{1B312642-E59E-0DE2-0CFF-593BEB68A71C}"/>
          </ac:spMkLst>
        </pc:spChg>
        <pc:spChg chg="add">
          <ac:chgData name="KARTIKEYA JAIN" userId="f0c0c5a1c67850f0" providerId="LiveId" clId="{5F06EF75-558D-45F6-A509-65A2AC5B9DB4}" dt="2026-09-04T14:48:24.417" v="445" actId="22"/>
          <ac:spMkLst>
            <pc:docMk/>
            <pc:sldMk cId="3564182789" sldId="276"/>
            <ac:spMk id="18" creationId="{C3E6DD3F-3FAA-D23A-4509-F8F6EE964AE0}"/>
          </ac:spMkLst>
        </pc:spChg>
        <pc:spChg chg="mod">
          <ac:chgData name="KARTIKEYA JAIN" userId="f0c0c5a1c67850f0" providerId="LiveId" clId="{5F06EF75-558D-45F6-A509-65A2AC5B9DB4}" dt="2026-09-04T14:48:36.399" v="511" actId="1035"/>
          <ac:spMkLst>
            <pc:docMk/>
            <pc:sldMk cId="3564182789" sldId="276"/>
            <ac:spMk id="20" creationId="{0F1DE517-5CF3-47C6-4289-3F5C322B4968}"/>
          </ac:spMkLst>
        </pc:spChg>
        <pc:spChg chg="add">
          <ac:chgData name="KARTIKEYA JAIN" userId="f0c0c5a1c67850f0" providerId="LiveId" clId="{5F06EF75-558D-45F6-A509-65A2AC5B9DB4}" dt="2026-09-04T14:48:24.417" v="445" actId="22"/>
          <ac:spMkLst>
            <pc:docMk/>
            <pc:sldMk cId="3564182789" sldId="276"/>
            <ac:spMk id="22" creationId="{843A9924-8B71-9A96-0661-67FF73ECDF15}"/>
          </ac:spMkLst>
        </pc:spChg>
        <pc:spChg chg="add">
          <ac:chgData name="KARTIKEYA JAIN" userId="f0c0c5a1c67850f0" providerId="LiveId" clId="{5F06EF75-558D-45F6-A509-65A2AC5B9DB4}" dt="2026-09-04T14:48:24.417" v="445" actId="22"/>
          <ac:spMkLst>
            <pc:docMk/>
            <pc:sldMk cId="3564182789" sldId="276"/>
            <ac:spMk id="24" creationId="{4FFB221B-5A22-A91B-F809-967AFC402EF9}"/>
          </ac:spMkLst>
        </pc:spChg>
        <pc:spChg chg="mod">
          <ac:chgData name="KARTIKEYA JAIN" userId="f0c0c5a1c67850f0" providerId="LiveId" clId="{5F06EF75-558D-45F6-A509-65A2AC5B9DB4}" dt="2026-09-04T14:48:36.399" v="511" actId="1035"/>
          <ac:spMkLst>
            <pc:docMk/>
            <pc:sldMk cId="3564182789" sldId="276"/>
            <ac:spMk id="26" creationId="{B69B0B6C-11D3-54A3-8F7F-72C11D1F94BC}"/>
          </ac:spMkLst>
        </pc:spChg>
        <pc:spChg chg="mod">
          <ac:chgData name="KARTIKEYA JAIN" userId="f0c0c5a1c67850f0" providerId="LiveId" clId="{5F06EF75-558D-45F6-A509-65A2AC5B9DB4}" dt="2026-09-04T14:48:36.399" v="511" actId="1035"/>
          <ac:spMkLst>
            <pc:docMk/>
            <pc:sldMk cId="3564182789" sldId="276"/>
            <ac:spMk id="30" creationId="{41B9663C-7B0E-32A1-9929-D916508B9431}"/>
          </ac:spMkLst>
        </pc:spChg>
        <pc:spChg chg="add">
          <ac:chgData name="KARTIKEYA JAIN" userId="f0c0c5a1c67850f0" providerId="LiveId" clId="{5F06EF75-558D-45F6-A509-65A2AC5B9DB4}" dt="2026-09-04T14:48:24.417" v="445" actId="22"/>
          <ac:spMkLst>
            <pc:docMk/>
            <pc:sldMk cId="3564182789" sldId="276"/>
            <ac:spMk id="36" creationId="{78C9E452-DB28-1942-A1CA-7BF29DA254A7}"/>
          </ac:spMkLst>
        </pc:spChg>
        <pc:spChg chg="add mod">
          <ac:chgData name="KARTIKEYA JAIN" userId="f0c0c5a1c67850f0" providerId="LiveId" clId="{5F06EF75-558D-45F6-A509-65A2AC5B9DB4}" dt="2026-09-04T14:48:36.399" v="511" actId="1035"/>
          <ac:spMkLst>
            <pc:docMk/>
            <pc:sldMk cId="3564182789" sldId="276"/>
            <ac:spMk id="42" creationId="{C3D83694-274F-FE27-BA53-85BCB2532DF2}"/>
          </ac:spMkLst>
        </pc:spChg>
        <pc:spChg chg="mod">
          <ac:chgData name="KARTIKEYA JAIN" userId="f0c0c5a1c67850f0" providerId="LiveId" clId="{5F06EF75-558D-45F6-A509-65A2AC5B9DB4}" dt="2026-09-04T14:54:07.970" v="610" actId="1076"/>
          <ac:spMkLst>
            <pc:docMk/>
            <pc:sldMk cId="3564182789" sldId="276"/>
            <ac:spMk id="44" creationId="{F571622F-A2F3-A0DE-C74C-7329DA05D277}"/>
          </ac:spMkLst>
        </pc:spChg>
        <pc:spChg chg="add del mod">
          <ac:chgData name="KARTIKEYA JAIN" userId="f0c0c5a1c67850f0" providerId="LiveId" clId="{5F06EF75-558D-45F6-A509-65A2AC5B9DB4}" dt="2026-09-04T14:52:35.350" v="568" actId="478"/>
          <ac:spMkLst>
            <pc:docMk/>
            <pc:sldMk cId="3564182789" sldId="276"/>
            <ac:spMk id="46" creationId="{981933FE-38B8-D77A-7B46-DADF4C6DE81F}"/>
          </ac:spMkLst>
        </pc:spChg>
        <pc:spChg chg="mod">
          <ac:chgData name="KARTIKEYA JAIN" userId="f0c0c5a1c67850f0" providerId="LiveId" clId="{5F06EF75-558D-45F6-A509-65A2AC5B9DB4}" dt="2026-09-04T14:55:00.300" v="654" actId="1038"/>
          <ac:spMkLst>
            <pc:docMk/>
            <pc:sldMk cId="3564182789" sldId="276"/>
            <ac:spMk id="48" creationId="{8E8F23C9-6B77-2B8E-4CC6-12FF03ACF354}"/>
          </ac:spMkLst>
        </pc:spChg>
        <pc:spChg chg="del">
          <ac:chgData name="KARTIKEYA JAIN" userId="f0c0c5a1c67850f0" providerId="LiveId" clId="{5F06EF75-558D-45F6-A509-65A2AC5B9DB4}" dt="2026-09-04T14:52:11.033" v="548" actId="478"/>
          <ac:spMkLst>
            <pc:docMk/>
            <pc:sldMk cId="3564182789" sldId="276"/>
            <ac:spMk id="50" creationId="{AEFAD560-CF17-2F22-6376-8110AE7E7EEE}"/>
          </ac:spMkLst>
        </pc:spChg>
        <pc:spChg chg="mod">
          <ac:chgData name="KARTIKEYA JAIN" userId="f0c0c5a1c67850f0" providerId="LiveId" clId="{5F06EF75-558D-45F6-A509-65A2AC5B9DB4}" dt="2026-09-04T14:55:08.686" v="699" actId="1038"/>
          <ac:spMkLst>
            <pc:docMk/>
            <pc:sldMk cId="3564182789" sldId="276"/>
            <ac:spMk id="52" creationId="{6DB6AAD7-116B-676D-133F-57EA7E2F2A1A}"/>
          </ac:spMkLst>
        </pc:spChg>
        <pc:spChg chg="del">
          <ac:chgData name="KARTIKEYA JAIN" userId="f0c0c5a1c67850f0" providerId="LiveId" clId="{5F06EF75-558D-45F6-A509-65A2AC5B9DB4}" dt="2026-09-04T14:52:36.792" v="569" actId="478"/>
          <ac:spMkLst>
            <pc:docMk/>
            <pc:sldMk cId="3564182789" sldId="276"/>
            <ac:spMk id="54" creationId="{059EEC02-FCD1-B3FE-25EB-491DA275CB65}"/>
          </ac:spMkLst>
        </pc:spChg>
        <pc:spChg chg="mod">
          <ac:chgData name="KARTIKEYA JAIN" userId="f0c0c5a1c67850f0" providerId="LiveId" clId="{5F06EF75-558D-45F6-A509-65A2AC5B9DB4}" dt="2026-09-04T14:55:04.821" v="676" actId="1038"/>
          <ac:spMkLst>
            <pc:docMk/>
            <pc:sldMk cId="3564182789" sldId="276"/>
            <ac:spMk id="56" creationId="{48BB156E-3D74-797F-F113-263F7ADBBDC0}"/>
          </ac:spMkLst>
        </pc:spChg>
        <pc:spChg chg="del">
          <ac:chgData name="KARTIKEYA JAIN" userId="f0c0c5a1c67850f0" providerId="LiveId" clId="{5F06EF75-558D-45F6-A509-65A2AC5B9DB4}" dt="2026-09-04T14:52:12.031" v="549" actId="478"/>
          <ac:spMkLst>
            <pc:docMk/>
            <pc:sldMk cId="3564182789" sldId="276"/>
            <ac:spMk id="58" creationId="{145EA874-6E34-14D8-D332-847664867652}"/>
          </ac:spMkLst>
        </pc:spChg>
        <pc:spChg chg="mod">
          <ac:chgData name="KARTIKEYA JAIN" userId="f0c0c5a1c67850f0" providerId="LiveId" clId="{5F06EF75-558D-45F6-A509-65A2AC5B9DB4}" dt="2026-09-04T14:55:14.624" v="727" actId="1037"/>
          <ac:spMkLst>
            <pc:docMk/>
            <pc:sldMk cId="3564182789" sldId="276"/>
            <ac:spMk id="60" creationId="{05EA3859-E8D6-8C04-1B41-78658D1F90A7}"/>
          </ac:spMkLst>
        </pc:spChg>
        <pc:spChg chg="del mod ord">
          <ac:chgData name="KARTIKEYA JAIN" userId="f0c0c5a1c67850f0" providerId="LiveId" clId="{5F06EF75-558D-45F6-A509-65A2AC5B9DB4}" dt="2026-09-04T14:55:17.878" v="728" actId="478"/>
          <ac:spMkLst>
            <pc:docMk/>
            <pc:sldMk cId="3564182789" sldId="276"/>
            <ac:spMk id="62" creationId="{26418CC5-9B70-51A6-8EB4-6EB0250ECDF3}"/>
          </ac:spMkLst>
        </pc:spChg>
        <pc:spChg chg="mod">
          <ac:chgData name="KARTIKEYA JAIN" userId="f0c0c5a1c67850f0" providerId="LiveId" clId="{5F06EF75-558D-45F6-A509-65A2AC5B9DB4}" dt="2026-09-04T14:56:46.160" v="755" actId="1076"/>
          <ac:spMkLst>
            <pc:docMk/>
            <pc:sldMk cId="3564182789" sldId="276"/>
            <ac:spMk id="66" creationId="{81577436-BB83-A60C-250B-9AD661295951}"/>
          </ac:spMkLst>
        </pc:spChg>
        <pc:spChg chg="add del mod">
          <ac:chgData name="KARTIKEYA JAIN" userId="f0c0c5a1c67850f0" providerId="LiveId" clId="{5F06EF75-558D-45F6-A509-65A2AC5B9DB4}" dt="2026-09-04T14:50:38.051" v="525"/>
          <ac:spMkLst>
            <pc:docMk/>
            <pc:sldMk cId="3564182789" sldId="276"/>
            <ac:spMk id="67" creationId="{2F1AB7AD-91DB-43E1-DC9D-7CFCAC8027AD}"/>
          </ac:spMkLst>
        </pc:spChg>
        <pc:spChg chg="add mod">
          <ac:chgData name="KARTIKEYA JAIN" userId="f0c0c5a1c67850f0" providerId="LiveId" clId="{5F06EF75-558D-45F6-A509-65A2AC5B9DB4}" dt="2026-09-04T14:50:49.819" v="527" actId="571"/>
          <ac:spMkLst>
            <pc:docMk/>
            <pc:sldMk cId="3564182789" sldId="276"/>
            <ac:spMk id="68" creationId="{F2C37FD8-31BC-3BB3-7919-CB83C8C77ECB}"/>
          </ac:spMkLst>
        </pc:spChg>
        <pc:spChg chg="add mod">
          <ac:chgData name="KARTIKEYA JAIN" userId="f0c0c5a1c67850f0" providerId="LiveId" clId="{5F06EF75-558D-45F6-A509-65A2AC5B9DB4}" dt="2026-09-04T14:50:49.819" v="527" actId="571"/>
          <ac:spMkLst>
            <pc:docMk/>
            <pc:sldMk cId="3564182789" sldId="276"/>
            <ac:spMk id="69" creationId="{1E5BD664-314F-CCBB-F732-09C7B8F83799}"/>
          </ac:spMkLst>
        </pc:spChg>
        <pc:spChg chg="add mod">
          <ac:chgData name="KARTIKEYA JAIN" userId="f0c0c5a1c67850f0" providerId="LiveId" clId="{5F06EF75-558D-45F6-A509-65A2AC5B9DB4}" dt="2026-09-04T14:50:49.819" v="527" actId="571"/>
          <ac:spMkLst>
            <pc:docMk/>
            <pc:sldMk cId="3564182789" sldId="276"/>
            <ac:spMk id="70" creationId="{8C77683B-C8EB-5FB1-9229-E15DCE6C20CC}"/>
          </ac:spMkLst>
        </pc:spChg>
        <pc:spChg chg="add mod">
          <ac:chgData name="KARTIKEYA JAIN" userId="f0c0c5a1c67850f0" providerId="LiveId" clId="{5F06EF75-558D-45F6-A509-65A2AC5B9DB4}" dt="2026-09-04T14:50:49.819" v="527" actId="571"/>
          <ac:spMkLst>
            <pc:docMk/>
            <pc:sldMk cId="3564182789" sldId="276"/>
            <ac:spMk id="71" creationId="{7CA4C213-85AB-8478-3BFB-502CFAC6BE7E}"/>
          </ac:spMkLst>
        </pc:spChg>
        <pc:spChg chg="add mod">
          <ac:chgData name="KARTIKEYA JAIN" userId="f0c0c5a1c67850f0" providerId="LiveId" clId="{5F06EF75-558D-45F6-A509-65A2AC5B9DB4}" dt="2026-09-04T14:50:49.819" v="527" actId="571"/>
          <ac:spMkLst>
            <pc:docMk/>
            <pc:sldMk cId="3564182789" sldId="276"/>
            <ac:spMk id="72" creationId="{FF12D994-83C8-A63B-BBF0-CE906B8EED7A}"/>
          </ac:spMkLst>
        </pc:spChg>
        <pc:spChg chg="add mod">
          <ac:chgData name="KARTIKEYA JAIN" userId="f0c0c5a1c67850f0" providerId="LiveId" clId="{5F06EF75-558D-45F6-A509-65A2AC5B9DB4}" dt="2026-09-04T14:50:49.819" v="527" actId="571"/>
          <ac:spMkLst>
            <pc:docMk/>
            <pc:sldMk cId="3564182789" sldId="276"/>
            <ac:spMk id="73" creationId="{042A33E5-6725-7EB9-598A-478ECE44B2A1}"/>
          </ac:spMkLst>
        </pc:spChg>
        <pc:spChg chg="add mod ord">
          <ac:chgData name="KARTIKEYA JAIN" userId="f0c0c5a1c67850f0" providerId="LiveId" clId="{5F06EF75-558D-45F6-A509-65A2AC5B9DB4}" dt="2026-09-04T14:52:44.832" v="571" actId="1076"/>
          <ac:spMkLst>
            <pc:docMk/>
            <pc:sldMk cId="3564182789" sldId="276"/>
            <ac:spMk id="74" creationId="{CECD0A48-5005-1EFD-7296-827A8BA9D582}"/>
          </ac:spMkLst>
        </pc:spChg>
        <pc:spChg chg="add mod ord">
          <ac:chgData name="KARTIKEYA JAIN" userId="f0c0c5a1c67850f0" providerId="LiveId" clId="{5F06EF75-558D-45F6-A509-65A2AC5B9DB4}" dt="2026-09-04T14:54:55.102" v="638" actId="207"/>
          <ac:spMkLst>
            <pc:docMk/>
            <pc:sldMk cId="3564182789" sldId="276"/>
            <ac:spMk id="75" creationId="{3690BF08-324D-CA32-C942-58F7BBB35C0E}"/>
          </ac:spMkLst>
        </pc:spChg>
        <pc:spChg chg="add mod ord">
          <ac:chgData name="KARTIKEYA JAIN" userId="f0c0c5a1c67850f0" providerId="LiveId" clId="{5F06EF75-558D-45F6-A509-65A2AC5B9DB4}" dt="2026-09-04T14:56:31.165" v="741" actId="171"/>
          <ac:spMkLst>
            <pc:docMk/>
            <pc:sldMk cId="3564182789" sldId="276"/>
            <ac:spMk id="76" creationId="{8F23BDA4-415B-143D-3919-AE1A0A11FF4E}"/>
          </ac:spMkLst>
        </pc:spChg>
        <pc:spChg chg="del">
          <ac:chgData name="KARTIKEYA JAIN" userId="f0c0c5a1c67850f0" providerId="LiveId" clId="{5F06EF75-558D-45F6-A509-65A2AC5B9DB4}" dt="2026-09-04T14:48:41.461" v="512" actId="478"/>
          <ac:spMkLst>
            <pc:docMk/>
            <pc:sldMk cId="3564182789" sldId="276"/>
            <ac:spMk id="108" creationId="{8D1A27B8-72B3-6ECE-1F0A-303479C17DE1}"/>
          </ac:spMkLst>
        </pc:spChg>
        <pc:picChg chg="mod">
          <ac:chgData name="KARTIKEYA JAIN" userId="f0c0c5a1c67850f0" providerId="LiveId" clId="{5F06EF75-558D-45F6-A509-65A2AC5B9DB4}" dt="2026-09-04T14:57:01.110" v="756" actId="1076"/>
          <ac:picMkLst>
            <pc:docMk/>
            <pc:sldMk cId="3564182789" sldId="276"/>
            <ac:picMk id="64" creationId="{453B3E1E-B183-238B-F3B1-60EFAC5BE4BA}"/>
          </ac:picMkLst>
        </pc:picChg>
      </pc:sldChg>
      <pc:sldChg chg="addSp delSp modSp add mod">
        <pc:chgData name="KARTIKEYA JAIN" userId="f0c0c5a1c67850f0" providerId="LiveId" clId="{5F06EF75-558D-45F6-A509-65A2AC5B9DB4}" dt="2026-09-04T16:03:19.623" v="3064" actId="171"/>
        <pc:sldMkLst>
          <pc:docMk/>
          <pc:sldMk cId="3034197662" sldId="277"/>
        </pc:sldMkLst>
        <pc:spChg chg="add mod">
          <ac:chgData name="KARTIKEYA JAIN" userId="f0c0c5a1c67850f0" providerId="LiveId" clId="{5F06EF75-558D-45F6-A509-65A2AC5B9DB4}" dt="2026-09-04T14:45:24.293" v="325" actId="1076"/>
          <ac:spMkLst>
            <pc:docMk/>
            <pc:sldMk cId="3034197662" sldId="277"/>
            <ac:spMk id="3" creationId="{2D63DE06-D6EB-6F44-8A95-62B577C39748}"/>
          </ac:spMkLst>
        </pc:spChg>
        <pc:spChg chg="del">
          <ac:chgData name="KARTIKEYA JAIN" userId="f0c0c5a1c67850f0" providerId="LiveId" clId="{5F06EF75-558D-45F6-A509-65A2AC5B9DB4}" dt="2026-09-04T14:44:50.148" v="307" actId="478"/>
          <ac:spMkLst>
            <pc:docMk/>
            <pc:sldMk cId="3034197662" sldId="277"/>
            <ac:spMk id="5" creationId="{01105B63-3E56-5636-EA47-F2495E3B6FCE}"/>
          </ac:spMkLst>
        </pc:spChg>
        <pc:spChg chg="add mod">
          <ac:chgData name="KARTIKEYA JAIN" userId="f0c0c5a1c67850f0" providerId="LiveId" clId="{5F06EF75-558D-45F6-A509-65A2AC5B9DB4}" dt="2026-09-04T14:48:09.056" v="442" actId="14100"/>
          <ac:spMkLst>
            <pc:docMk/>
            <pc:sldMk cId="3034197662" sldId="277"/>
            <ac:spMk id="6" creationId="{387F0A77-83C5-E4D0-4B2F-73AFE5100104}"/>
          </ac:spMkLst>
        </pc:spChg>
        <pc:spChg chg="add mod">
          <ac:chgData name="KARTIKEYA JAIN" userId="f0c0c5a1c67850f0" providerId="LiveId" clId="{5F06EF75-558D-45F6-A509-65A2AC5B9DB4}" dt="2026-09-04T14:48:12.214" v="443" actId="1076"/>
          <ac:spMkLst>
            <pc:docMk/>
            <pc:sldMk cId="3034197662" sldId="277"/>
            <ac:spMk id="8" creationId="{5A271A52-BE34-3C76-073E-90BA2E4B6050}"/>
          </ac:spMkLst>
        </pc:spChg>
        <pc:spChg chg="add mod">
          <ac:chgData name="KARTIKEYA JAIN" userId="f0c0c5a1c67850f0" providerId="LiveId" clId="{5F06EF75-558D-45F6-A509-65A2AC5B9DB4}" dt="2026-09-04T16:03:07.291" v="3063" actId="1037"/>
          <ac:spMkLst>
            <pc:docMk/>
            <pc:sldMk cId="3034197662" sldId="277"/>
            <ac:spMk id="10" creationId="{182874C2-6845-A3D7-FF6A-E91EC6AE805D}"/>
          </ac:spMkLst>
        </pc:spChg>
        <pc:spChg chg="add mod">
          <ac:chgData name="KARTIKEYA JAIN" userId="f0c0c5a1c67850f0" providerId="LiveId" clId="{5F06EF75-558D-45F6-A509-65A2AC5B9DB4}" dt="2026-09-04T14:45:50.236" v="389" actId="1037"/>
          <ac:spMkLst>
            <pc:docMk/>
            <pc:sldMk cId="3034197662" sldId="277"/>
            <ac:spMk id="14" creationId="{1B513EC8-AE10-2F2E-0F95-7466E5E35F5E}"/>
          </ac:spMkLst>
        </pc:spChg>
        <pc:spChg chg="add mod">
          <ac:chgData name="KARTIKEYA JAIN" userId="f0c0c5a1c67850f0" providerId="LiveId" clId="{5F06EF75-558D-45F6-A509-65A2AC5B9DB4}" dt="2026-09-04T14:45:50.236" v="389" actId="1037"/>
          <ac:spMkLst>
            <pc:docMk/>
            <pc:sldMk cId="3034197662" sldId="277"/>
            <ac:spMk id="18" creationId="{DE931066-5451-7CAD-4F2A-5F5FB0586A68}"/>
          </ac:spMkLst>
        </pc:spChg>
        <pc:spChg chg="add mod">
          <ac:chgData name="KARTIKEYA JAIN" userId="f0c0c5a1c67850f0" providerId="LiveId" clId="{5F06EF75-558D-45F6-A509-65A2AC5B9DB4}" dt="2026-09-04T14:45:50.236" v="389" actId="1037"/>
          <ac:spMkLst>
            <pc:docMk/>
            <pc:sldMk cId="3034197662" sldId="277"/>
            <ac:spMk id="22" creationId="{2099F95B-5C23-EDEE-F83C-062CF74121A2}"/>
          </ac:spMkLst>
        </pc:spChg>
        <pc:spChg chg="add mod">
          <ac:chgData name="KARTIKEYA JAIN" userId="f0c0c5a1c67850f0" providerId="LiveId" clId="{5F06EF75-558D-45F6-A509-65A2AC5B9DB4}" dt="2026-09-04T14:45:50.236" v="389" actId="1037"/>
          <ac:spMkLst>
            <pc:docMk/>
            <pc:sldMk cId="3034197662" sldId="277"/>
            <ac:spMk id="26" creationId="{4CA34B31-344B-83A8-5FC4-0BA1FC3C134D}"/>
          </ac:spMkLst>
        </pc:spChg>
        <pc:spChg chg="add mod ord">
          <ac:chgData name="KARTIKEYA JAIN" userId="f0c0c5a1c67850f0" providerId="LiveId" clId="{5F06EF75-558D-45F6-A509-65A2AC5B9DB4}" dt="2026-09-04T14:47:14.624" v="411" actId="14100"/>
          <ac:spMkLst>
            <pc:docMk/>
            <pc:sldMk cId="3034197662" sldId="277"/>
            <ac:spMk id="28" creationId="{DA978406-3915-9F80-D259-61787323CA96}"/>
          </ac:spMkLst>
        </pc:spChg>
        <pc:spChg chg="add mod ord">
          <ac:chgData name="KARTIKEYA JAIN" userId="f0c0c5a1c67850f0" providerId="LiveId" clId="{5F06EF75-558D-45F6-A509-65A2AC5B9DB4}" dt="2026-09-04T16:03:19.623" v="3064" actId="171"/>
          <ac:spMkLst>
            <pc:docMk/>
            <pc:sldMk cId="3034197662" sldId="277"/>
            <ac:spMk id="32" creationId="{8C9382B9-8726-839F-97DC-3E939CC7DBD4}"/>
          </ac:spMkLst>
        </pc:spChg>
        <pc:spChg chg="add del">
          <ac:chgData name="KARTIKEYA JAIN" userId="f0c0c5a1c67850f0" providerId="LiveId" clId="{5F06EF75-558D-45F6-A509-65A2AC5B9DB4}" dt="2026-09-04T16:02:17.841" v="3006" actId="11529"/>
          <ac:spMkLst>
            <pc:docMk/>
            <pc:sldMk cId="3034197662" sldId="277"/>
            <ac:spMk id="33" creationId="{9DA5A2B8-E37D-BA33-B941-30CF017812B2}"/>
          </ac:spMkLst>
        </pc:spChg>
        <pc:spChg chg="add mod ord">
          <ac:chgData name="KARTIKEYA JAIN" userId="f0c0c5a1c67850f0" providerId="LiveId" clId="{5F06EF75-558D-45F6-A509-65A2AC5B9DB4}" dt="2026-09-04T16:02:49.874" v="3014" actId="1037"/>
          <ac:spMkLst>
            <pc:docMk/>
            <pc:sldMk cId="3034197662" sldId="277"/>
            <ac:spMk id="34" creationId="{A1349CBB-FEEC-D3D7-DDF3-D6A7F5E389BB}"/>
          </ac:spMkLst>
        </pc:spChg>
        <pc:spChg chg="mod">
          <ac:chgData name="KARTIKEYA JAIN" userId="f0c0c5a1c67850f0" providerId="LiveId" clId="{5F06EF75-558D-45F6-A509-65A2AC5B9DB4}" dt="2026-09-04T14:45:07.684" v="320" actId="20577"/>
          <ac:spMkLst>
            <pc:docMk/>
            <pc:sldMk cId="3034197662" sldId="277"/>
            <ac:spMk id="108" creationId="{83590566-811B-CBE6-FC1E-F90F9AEB8A38}"/>
          </ac:spMkLst>
        </pc:spChg>
        <pc:picChg chg="mod">
          <ac:chgData name="KARTIKEYA JAIN" userId="f0c0c5a1c67850f0" providerId="LiveId" clId="{5F06EF75-558D-45F6-A509-65A2AC5B9DB4}" dt="2026-09-04T14:45:50.236" v="389" actId="1037"/>
          <ac:picMkLst>
            <pc:docMk/>
            <pc:sldMk cId="3034197662" sldId="277"/>
            <ac:picMk id="12" creationId="{F6FAF782-1E65-E384-4BDB-89AE217FC431}"/>
          </ac:picMkLst>
        </pc:picChg>
        <pc:picChg chg="mod">
          <ac:chgData name="KARTIKEYA JAIN" userId="f0c0c5a1c67850f0" providerId="LiveId" clId="{5F06EF75-558D-45F6-A509-65A2AC5B9DB4}" dt="2026-09-04T14:45:50.236" v="389" actId="1037"/>
          <ac:picMkLst>
            <pc:docMk/>
            <pc:sldMk cId="3034197662" sldId="277"/>
            <ac:picMk id="16" creationId="{53CEB820-ED1A-2D57-AC81-D9FE1594E2A9}"/>
          </ac:picMkLst>
        </pc:picChg>
        <pc:picChg chg="mod">
          <ac:chgData name="KARTIKEYA JAIN" userId="f0c0c5a1c67850f0" providerId="LiveId" clId="{5F06EF75-558D-45F6-A509-65A2AC5B9DB4}" dt="2026-09-04T14:45:50.236" v="389" actId="1037"/>
          <ac:picMkLst>
            <pc:docMk/>
            <pc:sldMk cId="3034197662" sldId="277"/>
            <ac:picMk id="20" creationId="{5A7225F7-AC22-58F8-A11B-784926A8A5B7}"/>
          </ac:picMkLst>
        </pc:picChg>
        <pc:picChg chg="mod">
          <ac:chgData name="KARTIKEYA JAIN" userId="f0c0c5a1c67850f0" providerId="LiveId" clId="{5F06EF75-558D-45F6-A509-65A2AC5B9DB4}" dt="2026-09-04T14:45:50.236" v="389" actId="1037"/>
          <ac:picMkLst>
            <pc:docMk/>
            <pc:sldMk cId="3034197662" sldId="277"/>
            <ac:picMk id="24" creationId="{B11673B5-5F03-574A-5876-41FD72908A9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Exploratory Project (EP)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Adaptive Data Science Language Model</a:t>
            </a:r>
            <a:br>
              <a:rPr lang="en-US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KARTIKEYA JAIN</a:t>
            </a: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2310991865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F884583-4831-181F-8F7E-05D6AF371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36447"/>
            <a:ext cx="3910131" cy="5865343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E66F7D6-DC1E-99E3-9D17-D0F7D9035CB2}"/>
              </a:ext>
            </a:extLst>
          </p:cNvPr>
          <p:cNvSpPr/>
          <p:nvPr/>
        </p:nvSpPr>
        <p:spPr>
          <a:xfrm>
            <a:off x="3959496" y="2081777"/>
            <a:ext cx="5155158" cy="963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ADSLM: Adaptive Data Science Language Model</a:t>
            </a:r>
            <a:endParaRPr lang="en-US" sz="37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45FDD04A-53C3-2E5F-2EB5-2BDE7B964037}"/>
              </a:ext>
            </a:extLst>
          </p:cNvPr>
          <p:cNvSpPr/>
          <p:nvPr/>
        </p:nvSpPr>
        <p:spPr>
          <a:xfrm>
            <a:off x="4338677" y="3293057"/>
            <a:ext cx="4428805" cy="796212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AF6F1034-161D-C581-488C-1EB5D07BF1D6}"/>
              </a:ext>
            </a:extLst>
          </p:cNvPr>
          <p:cNvSpPr/>
          <p:nvPr/>
        </p:nvSpPr>
        <p:spPr>
          <a:xfrm>
            <a:off x="4681729" y="3401439"/>
            <a:ext cx="3742944" cy="888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Intelligent AutoML &amp; Data Science Copilot</a:t>
            </a: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 Industrial Datasets</a:t>
            </a:r>
            <a:endParaRPr lang="en-US" sz="145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638A798E-1369-B855-C7A5-573DF24E883F}"/>
              </a:ext>
            </a:extLst>
          </p:cNvPr>
          <p:cNvSpPr/>
          <p:nvPr/>
        </p:nvSpPr>
        <p:spPr>
          <a:xfrm>
            <a:off x="3995868" y="4693500"/>
            <a:ext cx="2188621" cy="576589"/>
          </a:xfrm>
          <a:prstGeom prst="roundRect">
            <a:avLst>
              <a:gd name="adj" fmla="val 7899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C87C644F-BEFD-8371-6593-0A1E4D40E48D}"/>
              </a:ext>
            </a:extLst>
          </p:cNvPr>
          <p:cNvSpPr/>
          <p:nvPr/>
        </p:nvSpPr>
        <p:spPr>
          <a:xfrm>
            <a:off x="6851699" y="5308831"/>
            <a:ext cx="2188621" cy="576589"/>
          </a:xfrm>
          <a:prstGeom prst="roundRect">
            <a:avLst>
              <a:gd name="adj" fmla="val 7899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0D9E49CC-1597-8F81-243A-4CD0D83D57C4}"/>
              </a:ext>
            </a:extLst>
          </p:cNvPr>
          <p:cNvSpPr/>
          <p:nvPr/>
        </p:nvSpPr>
        <p:spPr>
          <a:xfrm>
            <a:off x="6848051" y="4670677"/>
            <a:ext cx="2188621" cy="576589"/>
          </a:xfrm>
          <a:prstGeom prst="roundRect">
            <a:avLst>
              <a:gd name="adj" fmla="val 7899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F60E41ED-160C-A0F4-3871-9F242EA9EFE7}"/>
              </a:ext>
            </a:extLst>
          </p:cNvPr>
          <p:cNvSpPr/>
          <p:nvPr/>
        </p:nvSpPr>
        <p:spPr>
          <a:xfrm>
            <a:off x="4018286" y="5314337"/>
            <a:ext cx="2188621" cy="576589"/>
          </a:xfrm>
          <a:prstGeom prst="roundRect">
            <a:avLst>
              <a:gd name="adj" fmla="val 7899"/>
            </a:avLst>
          </a:prstGeom>
          <a:solidFill>
            <a:schemeClr val="accent4">
              <a:lumMod val="40000"/>
              <a:lumOff val="60000"/>
            </a:schemeClr>
          </a:solidFill>
          <a:ln/>
        </p:spPr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42282D7E-4252-399E-F604-79B0E6D15110}"/>
              </a:ext>
            </a:extLst>
          </p:cNvPr>
          <p:cNvSpPr/>
          <p:nvPr/>
        </p:nvSpPr>
        <p:spPr>
          <a:xfrm>
            <a:off x="4244628" y="4841177"/>
            <a:ext cx="5155158" cy="963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AutoML 			Explainable AI 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450" i="1" dirty="0">
              <a:solidFill>
                <a:srgbClr val="4C4C4D"/>
              </a:solidFill>
              <a:latin typeface="Heebo" pitchFamily="34" charset="0"/>
              <a:ea typeface="Heebo" pitchFamily="34" charset="-122"/>
              <a:cs typeface="Heebo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Adaptive Insights 		Predictive Maintenance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E2E9A-0126-D3D1-A183-ED84D5CF2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1349CBB-FEEC-D3D7-DDF3-D6A7F5E389BB}"/>
              </a:ext>
            </a:extLst>
          </p:cNvPr>
          <p:cNvSpPr/>
          <p:nvPr/>
        </p:nvSpPr>
        <p:spPr>
          <a:xfrm>
            <a:off x="5299588" y="1170039"/>
            <a:ext cx="3475748" cy="38704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DA978406-3915-9F80-D259-61787323CA96}"/>
              </a:ext>
            </a:extLst>
          </p:cNvPr>
          <p:cNvSpPr/>
          <p:nvPr/>
        </p:nvSpPr>
        <p:spPr>
          <a:xfrm>
            <a:off x="0" y="5096461"/>
            <a:ext cx="9144000" cy="1260060"/>
          </a:xfrm>
          <a:prstGeom prst="roundRect">
            <a:avLst>
              <a:gd name="adj" fmla="val 0"/>
            </a:avLst>
          </a:prstGeom>
          <a:solidFill>
            <a:srgbClr val="CCD7FF"/>
          </a:solidFill>
          <a:ln/>
        </p:spPr>
      </p:sp>
      <p:sp>
        <p:nvSpPr>
          <p:cNvPr id="108" name="TextShape 1">
            <a:extLst>
              <a:ext uri="{FF2B5EF4-FFF2-40B4-BE49-F238E27FC236}">
                <a16:creationId xmlns:a16="http://schemas.microsoft.com/office/drawing/2014/main" id="{83590566-811B-CBE6-FC1E-F90F9AEB8A38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CB9E8F8B-ECED-35D0-CBAB-B85AE363E2D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2D63DE06-D6EB-6F44-8A95-62B577C39748}"/>
              </a:ext>
            </a:extLst>
          </p:cNvPr>
          <p:cNvSpPr/>
          <p:nvPr/>
        </p:nvSpPr>
        <p:spPr>
          <a:xfrm>
            <a:off x="457200" y="292449"/>
            <a:ext cx="5711980" cy="344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Problem: Manual ML Development is Costly</a:t>
            </a:r>
            <a:endParaRPr lang="en-US" sz="20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87F0A77-83C5-E4D0-4B2F-73AFE5100104}"/>
              </a:ext>
            </a:extLst>
          </p:cNvPr>
          <p:cNvSpPr/>
          <p:nvPr/>
        </p:nvSpPr>
        <p:spPr>
          <a:xfrm>
            <a:off x="287852" y="1551780"/>
            <a:ext cx="3367594" cy="344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Why Industrial Data is Hard</a:t>
            </a:r>
            <a:endParaRPr lang="en-US" sz="20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A271A52-BE34-3C76-073E-90BA2E4B6050}"/>
              </a:ext>
            </a:extLst>
          </p:cNvPr>
          <p:cNvSpPr/>
          <p:nvPr/>
        </p:nvSpPr>
        <p:spPr>
          <a:xfrm>
            <a:off x="287851" y="2081903"/>
            <a:ext cx="3475748" cy="14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Industrial datasets contain mixed data types, missing values, outliers, and complex relationships.</a:t>
            </a:r>
          </a:p>
          <a:p>
            <a:pPr marL="0" indent="0" algn="l">
              <a:lnSpc>
                <a:spcPct val="127000"/>
              </a:lnSpc>
              <a:buNone/>
            </a:pPr>
            <a:endParaRPr lang="en-US" sz="1200" dirty="0">
              <a:solidFill>
                <a:srgbClr val="4C4C4D"/>
              </a:solidFill>
              <a:latin typeface="Heebo" pitchFamily="34" charset="0"/>
              <a:ea typeface="Heebo" pitchFamily="34" charset="-122"/>
              <a:cs typeface="Heebo" pitchFamily="34" charset="-120"/>
            </a:endParaRPr>
          </a:p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Different users also require different levels of explanation — from plant operators to data scientists.</a:t>
            </a:r>
            <a:endParaRPr lang="en-US" sz="12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82874C2-6845-A3D7-FF6A-E91EC6AE805D}"/>
              </a:ext>
            </a:extLst>
          </p:cNvPr>
          <p:cNvSpPr/>
          <p:nvPr/>
        </p:nvSpPr>
        <p:spPr>
          <a:xfrm>
            <a:off x="5405096" y="1443625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Traditional ML Workflow</a:t>
            </a:r>
            <a:endParaRPr lang="en-US" sz="240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F6FAF782-1E65-E384-4BDB-89AE217FC4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6711" y="1998117"/>
            <a:ext cx="255085" cy="255091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1B513EC8-AE10-2F2E-0F95-7466E5E35F5E}"/>
              </a:ext>
            </a:extLst>
          </p:cNvPr>
          <p:cNvSpPr/>
          <p:nvPr/>
        </p:nvSpPr>
        <p:spPr>
          <a:xfrm>
            <a:off x="6085648" y="1989733"/>
            <a:ext cx="467417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Profile &amp; clean raw data manually</a:t>
            </a:r>
            <a:endParaRPr lang="en-US" sz="1200" dirty="0"/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53CEB820-ED1A-2D57-AC81-D9FE1594E2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6711" y="2823021"/>
            <a:ext cx="255085" cy="255091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DE931066-5451-7CAD-4F2A-5F5FB0586A68}"/>
              </a:ext>
            </a:extLst>
          </p:cNvPr>
          <p:cNvSpPr/>
          <p:nvPr/>
        </p:nvSpPr>
        <p:spPr>
          <a:xfrm>
            <a:off x="6085648" y="2814638"/>
            <a:ext cx="467417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Select ML task &amp; algorithms</a:t>
            </a:r>
            <a:endParaRPr lang="en-US" sz="1200" dirty="0"/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5A7225F7-AC22-58F8-A11B-784926A8A5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6711" y="3647926"/>
            <a:ext cx="255085" cy="255091"/>
          </a:xfrm>
          <a:prstGeom prst="rect">
            <a:avLst/>
          </a:prstGeom>
        </p:spPr>
      </p:pic>
      <p:sp>
        <p:nvSpPr>
          <p:cNvPr id="22" name="Text 6">
            <a:extLst>
              <a:ext uri="{FF2B5EF4-FFF2-40B4-BE49-F238E27FC236}">
                <a16:creationId xmlns:a16="http://schemas.microsoft.com/office/drawing/2014/main" id="{2099F95B-5C23-EDEE-F83C-062CF74121A2}"/>
              </a:ext>
            </a:extLst>
          </p:cNvPr>
          <p:cNvSpPr/>
          <p:nvPr/>
        </p:nvSpPr>
        <p:spPr>
          <a:xfrm>
            <a:off x="6085648" y="3639542"/>
            <a:ext cx="467417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Train, compare &amp; evaluate models</a:t>
            </a:r>
            <a:endParaRPr lang="en-US" sz="1200" dirty="0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B11673B5-5F03-574A-5876-41FD72908A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6711" y="4472831"/>
            <a:ext cx="255085" cy="255091"/>
          </a:xfrm>
          <a:prstGeom prst="rect">
            <a:avLst/>
          </a:prstGeom>
        </p:spPr>
      </p:pic>
      <p:sp>
        <p:nvSpPr>
          <p:cNvPr id="26" name="Text 7">
            <a:extLst>
              <a:ext uri="{FF2B5EF4-FFF2-40B4-BE49-F238E27FC236}">
                <a16:creationId xmlns:a16="http://schemas.microsoft.com/office/drawing/2014/main" id="{4CA34B31-344B-83A8-5FC4-0BA1FC3C134D}"/>
              </a:ext>
            </a:extLst>
          </p:cNvPr>
          <p:cNvSpPr/>
          <p:nvPr/>
        </p:nvSpPr>
        <p:spPr>
          <a:xfrm>
            <a:off x="6085648" y="4464447"/>
            <a:ext cx="467417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Interpret predictions &amp; write reports</a:t>
            </a:r>
            <a:endParaRPr lang="en-US" sz="1200" dirty="0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8C9382B9-8726-839F-97DC-3E939CC7DBD4}"/>
              </a:ext>
            </a:extLst>
          </p:cNvPr>
          <p:cNvSpPr/>
          <p:nvPr/>
        </p:nvSpPr>
        <p:spPr>
          <a:xfrm>
            <a:off x="400845" y="5454654"/>
            <a:ext cx="8342310" cy="786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Proposed Solution:</a:t>
            </a:r>
            <a:r>
              <a:rPr lang="en-US" sz="1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ADSLM automates the complete pipeline</a:t>
            </a:r>
          </a:p>
          <a:p>
            <a:pPr marL="0" indent="0" algn="ctr">
              <a:lnSpc>
                <a:spcPct val="12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Raw CSV → Analysis → Model → Evaluation → Explanation → Insights → Report</a:t>
            </a:r>
            <a:endParaRPr lang="en-US" sz="1600" dirty="0"/>
          </a:p>
        </p:txBody>
      </p:sp>
      <p:pic>
        <p:nvPicPr>
          <p:cNvPr id="30" name="Image 4" descr="preencoded.png">
            <a:extLst>
              <a:ext uri="{FF2B5EF4-FFF2-40B4-BE49-F238E27FC236}">
                <a16:creationId xmlns:a16="http://schemas.microsoft.com/office/drawing/2014/main" id="{96BDA384-0ECF-2C90-0C06-39B04C448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" y="5545832"/>
            <a:ext cx="212620" cy="17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197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AAD56-2505-979A-317A-683088EA0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3">
            <a:extLst>
              <a:ext uri="{FF2B5EF4-FFF2-40B4-BE49-F238E27FC236}">
                <a16:creationId xmlns:a16="http://schemas.microsoft.com/office/drawing/2014/main" id="{653DAC80-279B-E661-2596-4C8DD72ED31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12F0842B-B707-FEDD-52AD-E4F4D89DD859}"/>
              </a:ext>
            </a:extLst>
          </p:cNvPr>
          <p:cNvSpPr/>
          <p:nvPr/>
        </p:nvSpPr>
        <p:spPr>
          <a:xfrm>
            <a:off x="1113760" y="206043"/>
            <a:ext cx="5261439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Objectives &amp; Project Scope</a:t>
            </a:r>
            <a:endParaRPr lang="en-US" sz="27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18288F6-7B40-F27F-905D-8A277AF6856E}"/>
              </a:ext>
            </a:extLst>
          </p:cNvPr>
          <p:cNvSpPr/>
          <p:nvPr/>
        </p:nvSpPr>
        <p:spPr>
          <a:xfrm>
            <a:off x="1113760" y="1062060"/>
            <a:ext cx="3542651" cy="614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Core Objectives</a:t>
            </a:r>
            <a:endParaRPr lang="en-US" sz="32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A3C2DEFB-C39D-A9CB-A436-EFDB37CA6CC8}"/>
              </a:ext>
            </a:extLst>
          </p:cNvPr>
          <p:cNvSpPr/>
          <p:nvPr/>
        </p:nvSpPr>
        <p:spPr>
          <a:xfrm>
            <a:off x="51877" y="1889090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D4C97DE-C5CC-CC0F-F0C9-211A4F4ED388}"/>
              </a:ext>
            </a:extLst>
          </p:cNvPr>
          <p:cNvSpPr/>
          <p:nvPr/>
        </p:nvSpPr>
        <p:spPr>
          <a:xfrm>
            <a:off x="51877" y="2110944"/>
            <a:ext cx="5261439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F83163F8-4210-0FBC-E19D-EE51C3C232A5}"/>
              </a:ext>
            </a:extLst>
          </p:cNvPr>
          <p:cNvSpPr/>
          <p:nvPr/>
        </p:nvSpPr>
        <p:spPr>
          <a:xfrm>
            <a:off x="51877" y="2219886"/>
            <a:ext cx="52614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 dataset profiling &amp; data-quality analysis</a:t>
            </a:r>
            <a:endParaRPr lang="en-US" sz="11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2F9BAF53-AC2F-1D52-16ED-76B5BFD2A9F8}"/>
              </a:ext>
            </a:extLst>
          </p:cNvPr>
          <p:cNvSpPr/>
          <p:nvPr/>
        </p:nvSpPr>
        <p:spPr>
          <a:xfrm>
            <a:off x="51877" y="2630850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1B312642-E59E-0DE2-0CFF-593BEB68A71C}"/>
              </a:ext>
            </a:extLst>
          </p:cNvPr>
          <p:cNvSpPr/>
          <p:nvPr/>
        </p:nvSpPr>
        <p:spPr>
          <a:xfrm>
            <a:off x="51877" y="2852703"/>
            <a:ext cx="5261439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C3E6DD3F-3FAA-D23A-4509-F8F6EE964AE0}"/>
              </a:ext>
            </a:extLst>
          </p:cNvPr>
          <p:cNvSpPr/>
          <p:nvPr/>
        </p:nvSpPr>
        <p:spPr>
          <a:xfrm>
            <a:off x="51877" y="2961645"/>
            <a:ext cx="52614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Detect ML task automatically (classification, regression, clustering, time-series)</a:t>
            </a:r>
            <a:endParaRPr lang="en-US" sz="11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0F1DE517-5CF3-47C6-4289-3F5C322B4968}"/>
              </a:ext>
            </a:extLst>
          </p:cNvPr>
          <p:cNvSpPr/>
          <p:nvPr/>
        </p:nvSpPr>
        <p:spPr>
          <a:xfrm>
            <a:off x="51877" y="3372609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843A9924-8B71-9A96-0661-67FF73ECDF15}"/>
              </a:ext>
            </a:extLst>
          </p:cNvPr>
          <p:cNvSpPr/>
          <p:nvPr/>
        </p:nvSpPr>
        <p:spPr>
          <a:xfrm>
            <a:off x="51877" y="3594462"/>
            <a:ext cx="5261439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4FFB221B-5A22-A91B-F809-967AFC402EF9}"/>
              </a:ext>
            </a:extLst>
          </p:cNvPr>
          <p:cNvSpPr/>
          <p:nvPr/>
        </p:nvSpPr>
        <p:spPr>
          <a:xfrm>
            <a:off x="51877" y="3703404"/>
            <a:ext cx="52614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Preprocess data &amp; recommend suitable algorithms</a:t>
            </a:r>
            <a:endParaRPr lang="en-US" sz="110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B69B0B6C-11D3-54A3-8F7F-72C11D1F94BC}"/>
              </a:ext>
            </a:extLst>
          </p:cNvPr>
          <p:cNvSpPr/>
          <p:nvPr/>
        </p:nvSpPr>
        <p:spPr>
          <a:xfrm>
            <a:off x="51877" y="4114369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9A3C9D03-71CF-2185-E469-D0283752EFC6}"/>
              </a:ext>
            </a:extLst>
          </p:cNvPr>
          <p:cNvSpPr/>
          <p:nvPr/>
        </p:nvSpPr>
        <p:spPr>
          <a:xfrm>
            <a:off x="51877" y="4336222"/>
            <a:ext cx="5261439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CECD0A48-5005-1EFD-7296-827A8BA9D582}"/>
              </a:ext>
            </a:extLst>
          </p:cNvPr>
          <p:cNvSpPr/>
          <p:nvPr/>
        </p:nvSpPr>
        <p:spPr>
          <a:xfrm>
            <a:off x="5645488" y="1081797"/>
            <a:ext cx="3426590" cy="52117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41B9663C-7B0E-32A1-9929-D916508B9431}"/>
              </a:ext>
            </a:extLst>
          </p:cNvPr>
          <p:cNvSpPr/>
          <p:nvPr/>
        </p:nvSpPr>
        <p:spPr>
          <a:xfrm>
            <a:off x="51877" y="4445164"/>
            <a:ext cx="52614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Train, compare &amp; select the best-performing model</a:t>
            </a:r>
            <a:endParaRPr lang="en-US" sz="1100" dirty="0"/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777677BD-7966-A27A-D299-11279B7B3421}"/>
              </a:ext>
            </a:extLst>
          </p:cNvPr>
          <p:cNvSpPr/>
          <p:nvPr/>
        </p:nvSpPr>
        <p:spPr>
          <a:xfrm>
            <a:off x="51877" y="4856128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AD4140AA-11F3-DE3E-4419-A5D9C9332BD4}"/>
              </a:ext>
            </a:extLst>
          </p:cNvPr>
          <p:cNvSpPr/>
          <p:nvPr/>
        </p:nvSpPr>
        <p:spPr>
          <a:xfrm>
            <a:off x="51877" y="5077981"/>
            <a:ext cx="5261439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78C9E452-DB28-1942-A1CA-7BF29DA254A7}"/>
              </a:ext>
            </a:extLst>
          </p:cNvPr>
          <p:cNvSpPr/>
          <p:nvPr/>
        </p:nvSpPr>
        <p:spPr>
          <a:xfrm>
            <a:off x="51877" y="5186923"/>
            <a:ext cx="52614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Provide Explainable AI with adaptive natural-language insights</a:t>
            </a:r>
            <a:endParaRPr lang="en-US" sz="1100" dirty="0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5BD7E101-6017-2D55-E7D1-45F35E69160B}"/>
              </a:ext>
            </a:extLst>
          </p:cNvPr>
          <p:cNvSpPr/>
          <p:nvPr/>
        </p:nvSpPr>
        <p:spPr>
          <a:xfrm>
            <a:off x="51877" y="5597887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06</a:t>
            </a:r>
            <a:endParaRPr lang="en-US" sz="1100" dirty="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D08714F8-026D-1925-CFA3-235A7E0D8E25}"/>
              </a:ext>
            </a:extLst>
          </p:cNvPr>
          <p:cNvSpPr/>
          <p:nvPr/>
        </p:nvSpPr>
        <p:spPr>
          <a:xfrm>
            <a:off x="51877" y="5819740"/>
            <a:ext cx="5261439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C3D83694-274F-FE27-BA53-85BCB2532DF2}"/>
              </a:ext>
            </a:extLst>
          </p:cNvPr>
          <p:cNvSpPr/>
          <p:nvPr/>
        </p:nvSpPr>
        <p:spPr>
          <a:xfrm>
            <a:off x="51877" y="5928683"/>
            <a:ext cx="52614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Generate structured reports &amp; interactive dashboard</a:t>
            </a:r>
            <a:endParaRPr lang="en-US" sz="1100" dirty="0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F571622F-A2F3-A0DE-C74C-7329DA05D277}"/>
              </a:ext>
            </a:extLst>
          </p:cNvPr>
          <p:cNvSpPr/>
          <p:nvPr/>
        </p:nvSpPr>
        <p:spPr>
          <a:xfrm>
            <a:off x="5733397" y="1339517"/>
            <a:ext cx="2937693" cy="376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Supported ML Tasks</a:t>
            </a:r>
            <a:endParaRPr lang="en-US" sz="2800" dirty="0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3690BF08-324D-CA32-C942-58F7BBB35C0E}"/>
              </a:ext>
            </a:extLst>
          </p:cNvPr>
          <p:cNvSpPr/>
          <p:nvPr/>
        </p:nvSpPr>
        <p:spPr>
          <a:xfrm>
            <a:off x="5645488" y="1977692"/>
            <a:ext cx="3426590" cy="237758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8E8F23C9-6B77-2B8E-4CC6-12FF03ACF354}"/>
              </a:ext>
            </a:extLst>
          </p:cNvPr>
          <p:cNvSpPr/>
          <p:nvPr/>
        </p:nvSpPr>
        <p:spPr>
          <a:xfrm>
            <a:off x="6458218" y="2098492"/>
            <a:ext cx="22941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Classification</a:t>
            </a:r>
            <a:endParaRPr lang="en-US" sz="2000" dirty="0"/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6DB6AAD7-116B-676D-133F-57EA7E2F2A1A}"/>
              </a:ext>
            </a:extLst>
          </p:cNvPr>
          <p:cNvSpPr/>
          <p:nvPr/>
        </p:nvSpPr>
        <p:spPr>
          <a:xfrm>
            <a:off x="6580820" y="3198628"/>
            <a:ext cx="22942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Regression</a:t>
            </a:r>
            <a:endParaRPr lang="en-US" sz="1350" dirty="0"/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48BB156E-3D74-797F-F113-263F7ADBBDC0}"/>
              </a:ext>
            </a:extLst>
          </p:cNvPr>
          <p:cNvSpPr/>
          <p:nvPr/>
        </p:nvSpPr>
        <p:spPr>
          <a:xfrm>
            <a:off x="6664755" y="2641863"/>
            <a:ext cx="2294178" cy="229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Clustering</a:t>
            </a:r>
            <a:endParaRPr lang="en-US" sz="1350" dirty="0"/>
          </a:p>
        </p:txBody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05EA3859-E8D6-8C04-1B41-78658D1F90A7}"/>
              </a:ext>
            </a:extLst>
          </p:cNvPr>
          <p:cNvSpPr/>
          <p:nvPr/>
        </p:nvSpPr>
        <p:spPr>
          <a:xfrm>
            <a:off x="6517110" y="3731254"/>
            <a:ext cx="22942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Time-Series</a:t>
            </a:r>
            <a:endParaRPr lang="en-US" sz="1350" dirty="0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8F23BDA4-415B-143D-3919-AE1A0A11FF4E}"/>
              </a:ext>
            </a:extLst>
          </p:cNvPr>
          <p:cNvSpPr/>
          <p:nvPr/>
        </p:nvSpPr>
        <p:spPr>
          <a:xfrm>
            <a:off x="5645488" y="5097031"/>
            <a:ext cx="3426590" cy="56311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453B3E1E-B183-238B-F3B1-60EFAC5BE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480" y="5215300"/>
            <a:ext cx="177200" cy="141684"/>
          </a:xfrm>
          <a:prstGeom prst="rect">
            <a:avLst/>
          </a:prstGeom>
        </p:spPr>
      </p:pic>
      <p:sp>
        <p:nvSpPr>
          <p:cNvPr id="66" name="Text 30">
            <a:extLst>
              <a:ext uri="{FF2B5EF4-FFF2-40B4-BE49-F238E27FC236}">
                <a16:creationId xmlns:a16="http://schemas.microsoft.com/office/drawing/2014/main" id="{81577436-BB83-A60C-250B-9AD661295951}"/>
              </a:ext>
            </a:extLst>
          </p:cNvPr>
          <p:cNvSpPr/>
          <p:nvPr/>
        </p:nvSpPr>
        <p:spPr>
          <a:xfrm>
            <a:off x="6375199" y="5180479"/>
            <a:ext cx="2057630" cy="38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Primary Application:</a:t>
            </a: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</a:p>
          <a:p>
            <a:pPr marL="0" indent="0" algn="r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Industrial Predictive Maintenance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64182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376DD-D339-56A9-00E6-6585AEC13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3">
            <a:extLst>
              <a:ext uri="{FF2B5EF4-FFF2-40B4-BE49-F238E27FC236}">
                <a16:creationId xmlns:a16="http://schemas.microsoft.com/office/drawing/2014/main" id="{D46EAE59-CFD8-7238-D0E4-85E0D4A208A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53E3ACF-5962-8791-75B6-6D3E60B7E827}"/>
              </a:ext>
            </a:extLst>
          </p:cNvPr>
          <p:cNvSpPr/>
          <p:nvPr/>
        </p:nvSpPr>
        <p:spPr>
          <a:xfrm>
            <a:off x="582817" y="238839"/>
            <a:ext cx="589160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Proposed System Architecture</a:t>
            </a:r>
            <a:endParaRPr lang="en-US" sz="33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50EC71E1-C9F9-0BBC-0027-743D9FC2F3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90" t="12362" r="2808" b="13994"/>
          <a:stretch>
            <a:fillRect/>
          </a:stretch>
        </p:blipFill>
        <p:spPr>
          <a:xfrm>
            <a:off x="98322" y="1605115"/>
            <a:ext cx="4786190" cy="3999272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F627C1-B4DA-86EE-63DF-58A591F4CBB6}"/>
              </a:ext>
            </a:extLst>
          </p:cNvPr>
          <p:cNvSpPr/>
          <p:nvPr/>
        </p:nvSpPr>
        <p:spPr>
          <a:xfrm>
            <a:off x="4966880" y="1219200"/>
            <a:ext cx="4078799" cy="48768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F8DA447-8C06-1190-6812-C880EDE88457}"/>
              </a:ext>
            </a:extLst>
          </p:cNvPr>
          <p:cNvSpPr/>
          <p:nvPr/>
        </p:nvSpPr>
        <p:spPr>
          <a:xfrm>
            <a:off x="5191432" y="1605115"/>
            <a:ext cx="3662156" cy="418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7B60FC54-DBE7-62A5-0E0C-F2991F7CFC65}"/>
              </a:ext>
            </a:extLst>
          </p:cNvPr>
          <p:cNvSpPr/>
          <p:nvPr/>
        </p:nvSpPr>
        <p:spPr>
          <a:xfrm>
            <a:off x="5024285" y="2238179"/>
            <a:ext cx="3662155" cy="3120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just">
              <a:lnSpc>
                <a:spcPct val="127000"/>
              </a:lnSpc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ADSLM follows a clean three-tier architecture.</a:t>
            </a:r>
          </a:p>
          <a:p>
            <a:pPr marL="285750" indent="-285750" algn="just">
              <a:lnSpc>
                <a:spcPct val="127000"/>
              </a:lnSpc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</a:t>
            </a: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Streamlit frontend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provides an intuitive UI for dataset upload, configuration, and result visualisation. </a:t>
            </a:r>
          </a:p>
          <a:p>
            <a:pPr marL="285750" indent="-285750" algn="just">
              <a:lnSpc>
                <a:spcPct val="127000"/>
              </a:lnSpc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</a:t>
            </a: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FastAPI backend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orchestrates the pipeline through RESTful endpoints. </a:t>
            </a:r>
          </a:p>
          <a:p>
            <a:pPr marL="285750" indent="-285750" algn="just">
              <a:lnSpc>
                <a:spcPct val="127000"/>
              </a:lnSpc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</a:t>
            </a: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Core Data Science Engine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executes eight sequential stages from raw data ingestion to final report generation with zero manual intervention.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147250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EE71C-18AF-49CF-1BB8-346475D1A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EEECFCA1-1B6D-1FA6-FBBB-CFED4A8A4E85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To End Workflow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A79C2627-B411-EE8F-5390-469EB52B6DB6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72D6DCE2-1227-4AE9-0AF3-B379932AD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80" y="1320153"/>
            <a:ext cx="8749240" cy="461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20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DF62B-4F7E-93D6-5BD3-ED75AD32A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3">
            <a:extLst>
              <a:ext uri="{FF2B5EF4-FFF2-40B4-BE49-F238E27FC236}">
                <a16:creationId xmlns:a16="http://schemas.microsoft.com/office/drawing/2014/main" id="{D50C86E0-9B26-CD62-1B49-96AC1775E3C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61582479-9283-4B1B-20B6-F2B2BA5105F6}"/>
              </a:ext>
            </a:extLst>
          </p:cNvPr>
          <p:cNvSpPr/>
          <p:nvPr/>
        </p:nvSpPr>
        <p:spPr>
          <a:xfrm>
            <a:off x="543294" y="230096"/>
            <a:ext cx="573952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Dataset &amp; Preprocessing Pipeline</a:t>
            </a:r>
            <a:endParaRPr lang="en-US" sz="29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632FAFBA-EE74-DEDC-4EC7-7498C68F982C}"/>
              </a:ext>
            </a:extLst>
          </p:cNvPr>
          <p:cNvSpPr/>
          <p:nvPr/>
        </p:nvSpPr>
        <p:spPr>
          <a:xfrm>
            <a:off x="84425" y="1330729"/>
            <a:ext cx="35642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Industrial Predictive Maintenance Dataset</a:t>
            </a:r>
            <a:endParaRPr lang="en-US" sz="1600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00E1FB98-C868-BDF0-61A5-9E0CCF5C5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053738"/>
              </p:ext>
            </p:extLst>
          </p:nvPr>
        </p:nvGraphicFramePr>
        <p:xfrm>
          <a:off x="160029" y="1885156"/>
          <a:ext cx="3413039" cy="3030472"/>
        </p:xfrm>
        <a:graphic>
          <a:graphicData uri="http://schemas.openxmlformats.org/drawingml/2006/table">
            <a:tbl>
              <a:tblPr/>
              <a:tblGrid>
                <a:gridCol w="1535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7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8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Feature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Description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8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Machine_ID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Machine identifier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8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Temperature_C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Machine temperature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8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Vibration_mm_s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Vibration level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8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Pressure_bar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Pressure reading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8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RPM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Rotational speed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8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Oil_Level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Lubrication level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8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Fault </a:t>
                      </a:r>
                      <a:r>
                        <a:rPr lang="en-US" sz="1150" dirty="0">
                          <a:solidFill>
                            <a:srgbClr val="2150F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(Target)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Machine fault condition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hape 2">
            <a:extLst>
              <a:ext uri="{FF2B5EF4-FFF2-40B4-BE49-F238E27FC236}">
                <a16:creationId xmlns:a16="http://schemas.microsoft.com/office/drawing/2014/main" id="{75119D5F-569F-4963-42F9-FEC834CF70AA}"/>
              </a:ext>
            </a:extLst>
          </p:cNvPr>
          <p:cNvSpPr/>
          <p:nvPr/>
        </p:nvSpPr>
        <p:spPr>
          <a:xfrm>
            <a:off x="51875" y="5470055"/>
            <a:ext cx="3564245" cy="946348"/>
          </a:xfrm>
          <a:prstGeom prst="roundRect">
            <a:avLst>
              <a:gd name="adj" fmla="val 2397"/>
            </a:avLst>
          </a:prstGeom>
          <a:solidFill>
            <a:srgbClr val="CCD7FF"/>
          </a:solidFill>
          <a:ln/>
        </p:spPr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160BECD9-FB4E-25B9-C8BB-2DD22A503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80" y="5648847"/>
            <a:ext cx="189007" cy="151209"/>
          </a:xfrm>
          <a:prstGeom prst="rect">
            <a:avLst/>
          </a:prstGeom>
        </p:spPr>
      </p:pic>
      <p:sp>
        <p:nvSpPr>
          <p:cNvPr id="14" name="Text 3">
            <a:extLst>
              <a:ext uri="{FF2B5EF4-FFF2-40B4-BE49-F238E27FC236}">
                <a16:creationId xmlns:a16="http://schemas.microsoft.com/office/drawing/2014/main" id="{DFA1EB4E-05FA-2478-1F1B-1A3129E9B652}"/>
              </a:ext>
            </a:extLst>
          </p:cNvPr>
          <p:cNvSpPr/>
          <p:nvPr/>
        </p:nvSpPr>
        <p:spPr>
          <a:xfrm>
            <a:off x="543293" y="5616700"/>
            <a:ext cx="2921621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Since </a:t>
            </a: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Fault</a:t>
            </a: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is a discrete categorical variable, ADSLM automatically detects this as a </a:t>
            </a:r>
            <a:r>
              <a:rPr lang="en-US" sz="11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Classification</a:t>
            </a: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problem.</a:t>
            </a:r>
            <a:endParaRPr lang="en-US" sz="115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45766973-7D07-851E-A98D-9BE5B77E6845}"/>
              </a:ext>
            </a:extLst>
          </p:cNvPr>
          <p:cNvSpPr/>
          <p:nvPr/>
        </p:nvSpPr>
        <p:spPr>
          <a:xfrm>
            <a:off x="4572000" y="1926312"/>
            <a:ext cx="3790516" cy="329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Preprocessing Pipeline</a:t>
            </a:r>
            <a:endParaRPr lang="en-US" sz="2800" dirty="0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6C4625AD-9165-12B1-3BED-048CAB591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996" y="2736155"/>
            <a:ext cx="5548372" cy="2396629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82A31B52-3E69-7863-537B-F7F7B744561E}"/>
              </a:ext>
            </a:extLst>
          </p:cNvPr>
          <p:cNvSpPr/>
          <p:nvPr/>
        </p:nvSpPr>
        <p:spPr>
          <a:xfrm>
            <a:off x="4887991" y="4356780"/>
            <a:ext cx="823828" cy="300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Handle Missing Values</a:t>
            </a:r>
            <a:endParaRPr lang="en-US" sz="9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3668E6EC-D85B-3868-3FEC-5E96C2E558A6}"/>
              </a:ext>
            </a:extLst>
          </p:cNvPr>
          <p:cNvSpPr/>
          <p:nvPr/>
        </p:nvSpPr>
        <p:spPr>
          <a:xfrm>
            <a:off x="4887991" y="4699557"/>
            <a:ext cx="823828" cy="216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Impute or remove gaps</a:t>
            </a:r>
            <a:endParaRPr lang="en-US" sz="75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F462F2C4-E683-FB41-88CD-E7A795236079}"/>
              </a:ext>
            </a:extLst>
          </p:cNvPr>
          <p:cNvSpPr/>
          <p:nvPr/>
        </p:nvSpPr>
        <p:spPr>
          <a:xfrm>
            <a:off x="7003368" y="4398794"/>
            <a:ext cx="823828" cy="15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Scale Numerical</a:t>
            </a:r>
            <a:endParaRPr lang="en-US" sz="9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117211E4-BB07-6E9D-C755-090B7B088430}"/>
              </a:ext>
            </a:extLst>
          </p:cNvPr>
          <p:cNvSpPr/>
          <p:nvPr/>
        </p:nvSpPr>
        <p:spPr>
          <a:xfrm>
            <a:off x="7003368" y="4591522"/>
            <a:ext cx="823828" cy="324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Normalize or standardize features</a:t>
            </a:r>
            <a:endParaRPr lang="en-US" sz="75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818A5935-9E82-9731-5F8D-242A20AB1D9C}"/>
              </a:ext>
            </a:extLst>
          </p:cNvPr>
          <p:cNvSpPr/>
          <p:nvPr/>
        </p:nvSpPr>
        <p:spPr>
          <a:xfrm>
            <a:off x="3832929" y="2952412"/>
            <a:ext cx="823828" cy="300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Remove Duplicates</a:t>
            </a:r>
            <a:endParaRPr lang="en-US" sz="9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D5903852-332E-88BA-B169-3BD59209A1B5}"/>
              </a:ext>
            </a:extLst>
          </p:cNvPr>
          <p:cNvSpPr/>
          <p:nvPr/>
        </p:nvSpPr>
        <p:spPr>
          <a:xfrm>
            <a:off x="3832929" y="3295189"/>
            <a:ext cx="823828" cy="21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Eliminate repeated records</a:t>
            </a:r>
            <a:endParaRPr lang="en-US" sz="75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C7E44E2C-A0D9-DC80-0484-CB30B4669552}"/>
              </a:ext>
            </a:extLst>
          </p:cNvPr>
          <p:cNvSpPr/>
          <p:nvPr/>
        </p:nvSpPr>
        <p:spPr>
          <a:xfrm>
            <a:off x="8027005" y="2952412"/>
            <a:ext cx="823827" cy="15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Train/Test Split</a:t>
            </a:r>
            <a:endParaRPr lang="en-US" sz="9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68F67479-DCA5-77C3-712A-11A0DF1B060C}"/>
              </a:ext>
            </a:extLst>
          </p:cNvPr>
          <p:cNvSpPr/>
          <p:nvPr/>
        </p:nvSpPr>
        <p:spPr>
          <a:xfrm>
            <a:off x="8027005" y="3145141"/>
            <a:ext cx="823827" cy="216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Divide data for evaluation</a:t>
            </a:r>
            <a:endParaRPr lang="en-US" sz="750" dirty="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FF6CF70B-D048-A237-D505-A1A037447786}"/>
              </a:ext>
            </a:extLst>
          </p:cNvPr>
          <p:cNvSpPr/>
          <p:nvPr/>
        </p:nvSpPr>
        <p:spPr>
          <a:xfrm>
            <a:off x="5958809" y="2952412"/>
            <a:ext cx="823828" cy="300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Encode Categoricals</a:t>
            </a:r>
            <a:endParaRPr lang="en-US" sz="900" dirty="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CDDC99DE-B169-603D-2028-E085FBD6389D}"/>
              </a:ext>
            </a:extLst>
          </p:cNvPr>
          <p:cNvSpPr/>
          <p:nvPr/>
        </p:nvSpPr>
        <p:spPr>
          <a:xfrm>
            <a:off x="5958809" y="3295189"/>
            <a:ext cx="823828" cy="21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Transform categorical fields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110353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F4F59-21F9-2621-8599-905726FB4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AC9EC5E-7A12-00D8-C4F4-63BCBCA7BD75}"/>
              </a:ext>
            </a:extLst>
          </p:cNvPr>
          <p:cNvSpPr/>
          <p:nvPr/>
        </p:nvSpPr>
        <p:spPr>
          <a:xfrm>
            <a:off x="0" y="994216"/>
            <a:ext cx="4457343" cy="5367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6B1375E-9701-030D-C3B7-073A068DAB70}"/>
              </a:ext>
            </a:extLst>
          </p:cNvPr>
          <p:cNvSpPr/>
          <p:nvPr/>
        </p:nvSpPr>
        <p:spPr>
          <a:xfrm>
            <a:off x="0" y="1986116"/>
            <a:ext cx="4457343" cy="399189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ECC7C3E-65D6-2AAF-0B77-9007F937D48E}"/>
              </a:ext>
            </a:extLst>
          </p:cNvPr>
          <p:cNvSpPr/>
          <p:nvPr/>
        </p:nvSpPr>
        <p:spPr>
          <a:xfrm>
            <a:off x="236779" y="1170039"/>
            <a:ext cx="3981260" cy="5726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6FC88481-33AA-428C-AC00-591E5981F98A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ADECC06C-B7C5-F554-E042-18323B531032}"/>
              </a:ext>
            </a:extLst>
          </p:cNvPr>
          <p:cNvSpPr/>
          <p:nvPr/>
        </p:nvSpPr>
        <p:spPr>
          <a:xfrm>
            <a:off x="858118" y="226219"/>
            <a:ext cx="534603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Machine Learning &amp; Evaluation</a:t>
            </a:r>
            <a:endParaRPr lang="en-US" sz="28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77F03F6-4FB2-738D-28C1-ABA6406C0091}"/>
              </a:ext>
            </a:extLst>
          </p:cNvPr>
          <p:cNvSpPr/>
          <p:nvPr/>
        </p:nvSpPr>
        <p:spPr>
          <a:xfrm>
            <a:off x="385003" y="1321463"/>
            <a:ext cx="3890863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Model Recommendation by Task</a:t>
            </a:r>
            <a:endParaRPr lang="en-US" sz="185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441FED2B-2ABD-0A00-9985-B7ECC163AF58}"/>
              </a:ext>
            </a:extLst>
          </p:cNvPr>
          <p:cNvSpPr/>
          <p:nvPr/>
        </p:nvSpPr>
        <p:spPr>
          <a:xfrm>
            <a:off x="236779" y="2637608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Classification</a:t>
            </a:r>
            <a:endParaRPr lang="en-US" sz="1850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69A2146-5D8E-722C-1B6D-4739283A9CB7}"/>
              </a:ext>
            </a:extLst>
          </p:cNvPr>
          <p:cNvSpPr/>
          <p:nvPr/>
        </p:nvSpPr>
        <p:spPr>
          <a:xfrm>
            <a:off x="4536641" y="989264"/>
            <a:ext cx="4665384" cy="53672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66FB8F16-CDEB-EAA9-7DEC-F0B7E270C5D4}"/>
              </a:ext>
            </a:extLst>
          </p:cNvPr>
          <p:cNvSpPr/>
          <p:nvPr/>
        </p:nvSpPr>
        <p:spPr>
          <a:xfrm>
            <a:off x="236779" y="2964579"/>
            <a:ext cx="20785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Logistic Regression, Random Forest, SVM, XGBoost</a:t>
            </a:r>
            <a:endParaRPr lang="en-US" sz="145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3979FAD9-F73B-E86F-F298-B1C057F9E2AC}"/>
              </a:ext>
            </a:extLst>
          </p:cNvPr>
          <p:cNvSpPr/>
          <p:nvPr/>
        </p:nvSpPr>
        <p:spPr>
          <a:xfrm>
            <a:off x="2608715" y="2627777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Regression</a:t>
            </a:r>
            <a:endParaRPr lang="en-US" sz="185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D3C93832-DBF2-D907-7E8A-3389D28EAB72}"/>
              </a:ext>
            </a:extLst>
          </p:cNvPr>
          <p:cNvSpPr/>
          <p:nvPr/>
        </p:nvSpPr>
        <p:spPr>
          <a:xfrm>
            <a:off x="2608715" y="2954748"/>
            <a:ext cx="207858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Linear Regression, Random Forest Regressor, XGBoost Regressor</a:t>
            </a:r>
            <a:endParaRPr lang="en-US" sz="145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0829C1CE-29C8-4D6E-773E-5CFAA98D7D94}"/>
              </a:ext>
            </a:extLst>
          </p:cNvPr>
          <p:cNvSpPr/>
          <p:nvPr/>
        </p:nvSpPr>
        <p:spPr>
          <a:xfrm>
            <a:off x="1583803" y="4467625"/>
            <a:ext cx="1319880" cy="315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Clustering</a:t>
            </a:r>
            <a:endParaRPr lang="en-US" sz="1850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8381B75-1195-CBDF-F2D9-0B8EB4B932E5}"/>
              </a:ext>
            </a:extLst>
          </p:cNvPr>
          <p:cNvSpPr/>
          <p:nvPr/>
        </p:nvSpPr>
        <p:spPr>
          <a:xfrm>
            <a:off x="4529342" y="1936280"/>
            <a:ext cx="4680000" cy="399189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ED4A57AD-B80E-56B4-7A4B-5375EB51C743}"/>
              </a:ext>
            </a:extLst>
          </p:cNvPr>
          <p:cNvSpPr/>
          <p:nvPr/>
        </p:nvSpPr>
        <p:spPr>
          <a:xfrm>
            <a:off x="1583803" y="4745432"/>
            <a:ext cx="1319880" cy="32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K-Means, DBSCAN</a:t>
            </a:r>
            <a:endParaRPr lang="en-US" sz="1450" dirty="0"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20B0F2DD-5417-1414-76DF-221CFE05E0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4207" y="2319139"/>
            <a:ext cx="2509179" cy="1442343"/>
          </a:xfrm>
          <a:prstGeom prst="rect">
            <a:avLst/>
          </a:prstGeom>
        </p:spPr>
      </p:pic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D556CFF3-AA75-7306-F91A-CD31B6CDCEAB}"/>
              </a:ext>
            </a:extLst>
          </p:cNvPr>
          <p:cNvSpPr/>
          <p:nvPr/>
        </p:nvSpPr>
        <p:spPr>
          <a:xfrm>
            <a:off x="4795001" y="1167034"/>
            <a:ext cx="4140000" cy="5726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11056F39-75C8-ABF7-2B7B-98DC48BCC111}"/>
              </a:ext>
            </a:extLst>
          </p:cNvPr>
          <p:cNvSpPr/>
          <p:nvPr/>
        </p:nvSpPr>
        <p:spPr>
          <a:xfrm>
            <a:off x="4999412" y="2344539"/>
            <a:ext cx="22439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Classification</a:t>
            </a:r>
            <a:endParaRPr lang="en-US" sz="185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810E2A85-A9A7-23A2-5122-D1B4F055949E}"/>
              </a:ext>
            </a:extLst>
          </p:cNvPr>
          <p:cNvSpPr/>
          <p:nvPr/>
        </p:nvSpPr>
        <p:spPr>
          <a:xfrm>
            <a:off x="5596048" y="1284426"/>
            <a:ext cx="2083639" cy="15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Evaluation Metrics</a:t>
            </a:r>
            <a:endParaRPr lang="en-US" sz="24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3E7C1336-4EC8-D667-2695-64C34F2F1C4D}"/>
              </a:ext>
            </a:extLst>
          </p:cNvPr>
          <p:cNvSpPr/>
          <p:nvPr/>
        </p:nvSpPr>
        <p:spPr>
          <a:xfrm>
            <a:off x="4999412" y="2828826"/>
            <a:ext cx="22439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Accuracy · Precision · Recall · F1-Score · Confusion Matrix</a:t>
            </a:r>
            <a:endParaRPr lang="en-US" sz="1450" dirty="0"/>
          </a:p>
        </p:txBody>
      </p:sp>
      <p:pic>
        <p:nvPicPr>
          <p:cNvPr id="34" name="Image 1" descr="preencoded.png">
            <a:extLst>
              <a:ext uri="{FF2B5EF4-FFF2-40B4-BE49-F238E27FC236}">
                <a16:creationId xmlns:a16="http://schemas.microsoft.com/office/drawing/2014/main" id="{994BC5B3-C99E-1547-E8D0-2E4BF8C2EC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01935" y="2319139"/>
            <a:ext cx="2509179" cy="1442343"/>
          </a:xfrm>
          <a:prstGeom prst="rect">
            <a:avLst/>
          </a:prstGeom>
        </p:spPr>
      </p:pic>
      <p:sp>
        <p:nvSpPr>
          <p:cNvPr id="36" name="Text 14">
            <a:extLst>
              <a:ext uri="{FF2B5EF4-FFF2-40B4-BE49-F238E27FC236}">
                <a16:creationId xmlns:a16="http://schemas.microsoft.com/office/drawing/2014/main" id="{AB7DB816-1CBB-D904-CAB3-750349470CFB}"/>
              </a:ext>
            </a:extLst>
          </p:cNvPr>
          <p:cNvSpPr/>
          <p:nvPr/>
        </p:nvSpPr>
        <p:spPr>
          <a:xfrm>
            <a:off x="7139325" y="2344539"/>
            <a:ext cx="22439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Regression</a:t>
            </a:r>
            <a:endParaRPr lang="en-US" sz="1850" dirty="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AADA9617-343A-937E-2023-11B3F003A2AA}"/>
              </a:ext>
            </a:extLst>
          </p:cNvPr>
          <p:cNvSpPr/>
          <p:nvPr/>
        </p:nvSpPr>
        <p:spPr>
          <a:xfrm>
            <a:off x="7139325" y="2828826"/>
            <a:ext cx="22439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RMSE · MAE · R² Score</a:t>
            </a:r>
            <a:endParaRPr lang="en-US" sz="1450" dirty="0"/>
          </a:p>
        </p:txBody>
      </p:sp>
      <p:pic>
        <p:nvPicPr>
          <p:cNvPr id="40" name="Image 2" descr="preencoded.png">
            <a:extLst>
              <a:ext uri="{FF2B5EF4-FFF2-40B4-BE49-F238E27FC236}">
                <a16:creationId xmlns:a16="http://schemas.microsoft.com/office/drawing/2014/main" id="{38A21A11-EDAE-F9DF-4D10-6BFD4C8D8A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3246" y="3990385"/>
            <a:ext cx="5229193" cy="837505"/>
          </a:xfrm>
          <a:prstGeom prst="rect">
            <a:avLst/>
          </a:prstGeom>
        </p:spPr>
      </p:pic>
      <p:sp>
        <p:nvSpPr>
          <p:cNvPr id="42" name="Text 16">
            <a:extLst>
              <a:ext uri="{FF2B5EF4-FFF2-40B4-BE49-F238E27FC236}">
                <a16:creationId xmlns:a16="http://schemas.microsoft.com/office/drawing/2014/main" id="{038915E8-F275-9E29-72DF-90B0CEFDF857}"/>
              </a:ext>
            </a:extLst>
          </p:cNvPr>
          <p:cNvSpPr/>
          <p:nvPr/>
        </p:nvSpPr>
        <p:spPr>
          <a:xfrm>
            <a:off x="6228451" y="4015785"/>
            <a:ext cx="496398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Clustering</a:t>
            </a:r>
            <a:endParaRPr lang="en-US" sz="1850" dirty="0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3423268C-33A6-10F9-7143-FE2FA636C650}"/>
              </a:ext>
            </a:extLst>
          </p:cNvPr>
          <p:cNvSpPr/>
          <p:nvPr/>
        </p:nvSpPr>
        <p:spPr>
          <a:xfrm>
            <a:off x="334271" y="5430723"/>
            <a:ext cx="8583561" cy="718715"/>
          </a:xfrm>
          <a:prstGeom prst="right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165BF341-840E-189E-59F1-F758258B52A9}"/>
              </a:ext>
            </a:extLst>
          </p:cNvPr>
          <p:cNvSpPr/>
          <p:nvPr/>
        </p:nvSpPr>
        <p:spPr>
          <a:xfrm>
            <a:off x="6228451" y="4450912"/>
            <a:ext cx="496398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Silhouette Score</a:t>
            </a:r>
            <a:endParaRPr lang="en-US" sz="1450" dirty="0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FA1B58B3-4292-6957-9B64-FC71A53EC455}"/>
              </a:ext>
            </a:extLst>
          </p:cNvPr>
          <p:cNvSpPr/>
          <p:nvPr/>
        </p:nvSpPr>
        <p:spPr>
          <a:xfrm>
            <a:off x="806114" y="5645242"/>
            <a:ext cx="7450410" cy="560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best model is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automatically selected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using the primary task-specific metric.</a:t>
            </a:r>
            <a:endParaRPr lang="en-US" sz="1450" dirty="0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CBED06DC-89DD-707F-6F48-6D02F8C408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42474" y="2651546"/>
            <a:ext cx="2509179" cy="1442343"/>
          </a:xfrm>
          <a:prstGeom prst="rect">
            <a:avLst/>
          </a:prstGeom>
        </p:spPr>
      </p:pic>
      <p:pic>
        <p:nvPicPr>
          <p:cNvPr id="61" name="Image 1" descr="preencoded.png">
            <a:extLst>
              <a:ext uri="{FF2B5EF4-FFF2-40B4-BE49-F238E27FC236}">
                <a16:creationId xmlns:a16="http://schemas.microsoft.com/office/drawing/2014/main" id="{F9989014-B28D-FAAA-A925-D08E03EFD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599" y="2613572"/>
            <a:ext cx="2509179" cy="1442343"/>
          </a:xfrm>
          <a:prstGeom prst="rect">
            <a:avLst/>
          </a:prstGeom>
        </p:spPr>
      </p:pic>
      <p:pic>
        <p:nvPicPr>
          <p:cNvPr id="63" name="Image 1" descr="preencoded.png">
            <a:extLst>
              <a:ext uri="{FF2B5EF4-FFF2-40B4-BE49-F238E27FC236}">
                <a16:creationId xmlns:a16="http://schemas.microsoft.com/office/drawing/2014/main" id="{3916864E-2BDA-7EAF-7CA6-F14380F83D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6069" y="4337298"/>
            <a:ext cx="2509179" cy="99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618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8ED80-3DB7-D3F5-4217-9DECC4FDD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3">
            <a:extLst>
              <a:ext uri="{FF2B5EF4-FFF2-40B4-BE49-F238E27FC236}">
                <a16:creationId xmlns:a16="http://schemas.microsoft.com/office/drawing/2014/main" id="{65D07B33-3BAE-1189-D6CD-265A1CC13C29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B3B5FAD-AB95-41F5-8498-AB61A032D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7720"/>
            <a:ext cx="2917774" cy="5840507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5F1034AE-ED05-E735-5070-126EBFAAEEA5}"/>
              </a:ext>
            </a:extLst>
          </p:cNvPr>
          <p:cNvSpPr/>
          <p:nvPr/>
        </p:nvSpPr>
        <p:spPr>
          <a:xfrm>
            <a:off x="654778" y="342538"/>
            <a:ext cx="6964982" cy="495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Explainable AI &amp; Adaptive Insights</a:t>
            </a:r>
            <a:endParaRPr lang="en-US" sz="2800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6C5B4E33-A17B-3E21-8C3A-71DF55AC82C2}"/>
              </a:ext>
            </a:extLst>
          </p:cNvPr>
          <p:cNvSpPr/>
          <p:nvPr/>
        </p:nvSpPr>
        <p:spPr>
          <a:xfrm>
            <a:off x="3129254" y="1922425"/>
            <a:ext cx="5362621" cy="3347407"/>
          </a:xfrm>
          <a:prstGeom prst="roundRect">
            <a:avLst>
              <a:gd name="adj" fmla="val 710"/>
            </a:avLst>
          </a:prstGeom>
          <a:solidFill>
            <a:srgbClr val="F2EEEE"/>
          </a:solidFill>
          <a:ln/>
        </p:spPr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A318E87C-3F6D-409C-6150-D4E99886E4B0}"/>
              </a:ext>
            </a:extLst>
          </p:cNvPr>
          <p:cNvSpPr/>
          <p:nvPr/>
        </p:nvSpPr>
        <p:spPr>
          <a:xfrm>
            <a:off x="3384894" y="1689005"/>
            <a:ext cx="2681310" cy="2180780"/>
          </a:xfrm>
          <a:custGeom>
            <a:avLst/>
            <a:gdLst/>
            <a:ahLst/>
            <a:cxnLst/>
            <a:rect l="l" t="t" r="r" b="b"/>
            <a:pathLst>
              <a:path w="3148430" h="2601218">
                <a:moveTo>
                  <a:pt x="23627" y="0"/>
                </a:moveTo>
                <a:lnTo>
                  <a:pt x="3148430" y="0"/>
                </a:lnTo>
                <a:lnTo>
                  <a:pt x="3148430" y="2601218"/>
                </a:lnTo>
                <a:lnTo>
                  <a:pt x="0" y="2601218"/>
                </a:lnTo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40D2B6EA-942E-90C4-BA65-6853180BB673}"/>
              </a:ext>
            </a:extLst>
          </p:cNvPr>
          <p:cNvSpPr/>
          <p:nvPr/>
        </p:nvSpPr>
        <p:spPr>
          <a:xfrm>
            <a:off x="3318261" y="1668195"/>
            <a:ext cx="2359380" cy="24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Feature Importance</a:t>
            </a:r>
            <a:endParaRPr lang="en-US" sz="185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11EBC67A-8CEC-5B56-6292-DE78946DEB11}"/>
              </a:ext>
            </a:extLst>
          </p:cNvPr>
          <p:cNvSpPr/>
          <p:nvPr/>
        </p:nvSpPr>
        <p:spPr>
          <a:xfrm>
            <a:off x="3318261" y="2154737"/>
            <a:ext cx="2359380" cy="152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Tree-based models use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feature importances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; linear models use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absolute coefficients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Ranked list reveals key fault indicators: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Vibration → Temperature → Pressure → RPM → Oil Level</a:t>
            </a:r>
            <a:endParaRPr lang="en-US" sz="145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8E4DB008-6860-2BFF-C395-FC6801C8AE19}"/>
              </a:ext>
            </a:extLst>
          </p:cNvPr>
          <p:cNvSpPr/>
          <p:nvPr/>
        </p:nvSpPr>
        <p:spPr>
          <a:xfrm>
            <a:off x="6533324" y="1689005"/>
            <a:ext cx="2246205" cy="2180780"/>
          </a:xfrm>
          <a:custGeom>
            <a:avLst/>
            <a:gdLst/>
            <a:ahLst/>
            <a:cxnLst/>
            <a:rect l="l" t="t" r="r" b="b"/>
            <a:pathLst>
              <a:path w="3148430" h="2601218">
                <a:moveTo>
                  <a:pt x="0" y="0"/>
                </a:moveTo>
                <a:lnTo>
                  <a:pt x="3124803" y="0"/>
                </a:lnTo>
                <a:arcTo wR="23627" hR="23628" stAng="16200000" swAng="5400000"/>
                <a:lnTo>
                  <a:pt x="3148430" y="2601218"/>
                </a:lnTo>
                <a:lnTo>
                  <a:pt x="0" y="2601218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EBD50339-9013-A65B-CF2E-41C1FB80D7A1}"/>
              </a:ext>
            </a:extLst>
          </p:cNvPr>
          <p:cNvSpPr/>
          <p:nvPr/>
        </p:nvSpPr>
        <p:spPr>
          <a:xfrm>
            <a:off x="6002379" y="1689005"/>
            <a:ext cx="46542" cy="2180780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EB5AB6D7-63D8-AD03-D9DF-8696410F151E}"/>
              </a:ext>
            </a:extLst>
          </p:cNvPr>
          <p:cNvSpPr/>
          <p:nvPr/>
        </p:nvSpPr>
        <p:spPr>
          <a:xfrm>
            <a:off x="6466691" y="1668195"/>
            <a:ext cx="2359380" cy="24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Adaptive Explanations</a:t>
            </a:r>
            <a:endParaRPr lang="en-US" sz="185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56148CFC-11C9-1EE2-C9EC-DD8E03CBDAA7}"/>
              </a:ext>
            </a:extLst>
          </p:cNvPr>
          <p:cNvSpPr/>
          <p:nvPr/>
        </p:nvSpPr>
        <p:spPr>
          <a:xfrm>
            <a:off x="6466691" y="2154737"/>
            <a:ext cx="2359380" cy="152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Beginner: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Simple language, minimal jargon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Intermediate: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Balanced technical detail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Expert: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Full model behaviour &amp; limitations</a:t>
            </a:r>
            <a:endParaRPr lang="en-US" sz="145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14E04DAB-41DA-B8E0-FC42-F6A7FE764741}"/>
              </a:ext>
            </a:extLst>
          </p:cNvPr>
          <p:cNvSpPr/>
          <p:nvPr/>
        </p:nvSpPr>
        <p:spPr>
          <a:xfrm>
            <a:off x="3335731" y="4010554"/>
            <a:ext cx="5362621" cy="46055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6E6B844F-1E45-2736-227E-7EB45C233E38}"/>
              </a:ext>
            </a:extLst>
          </p:cNvPr>
          <p:cNvSpPr/>
          <p:nvPr/>
        </p:nvSpPr>
        <p:spPr>
          <a:xfrm>
            <a:off x="3528575" y="4143646"/>
            <a:ext cx="5040691" cy="24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Innovation</a:t>
            </a:r>
            <a:endParaRPr lang="en-US" sz="185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1D04B114-28AD-4375-C197-EFE1BCA044AF}"/>
              </a:ext>
            </a:extLst>
          </p:cNvPr>
          <p:cNvSpPr/>
          <p:nvPr/>
        </p:nvSpPr>
        <p:spPr>
          <a:xfrm>
            <a:off x="3482033" y="4532194"/>
            <a:ext cx="5040691" cy="50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Same ML result →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different explanation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depending on user expertise level selected at runtime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013065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D8988-6409-ADC9-CD08-3C22DCB18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ylinder 68">
            <a:extLst>
              <a:ext uri="{FF2B5EF4-FFF2-40B4-BE49-F238E27FC236}">
                <a16:creationId xmlns:a16="http://schemas.microsoft.com/office/drawing/2014/main" id="{102ED5A3-FE18-C461-6893-41EFCFE967DC}"/>
              </a:ext>
            </a:extLst>
          </p:cNvPr>
          <p:cNvSpPr/>
          <p:nvPr/>
        </p:nvSpPr>
        <p:spPr>
          <a:xfrm>
            <a:off x="39312" y="947103"/>
            <a:ext cx="3569127" cy="557168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F2A30331-6629-4295-38F0-B144C43427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1976" y="5045202"/>
            <a:ext cx="2425853" cy="725273"/>
          </a:xfrm>
          <a:prstGeom prst="rect">
            <a:avLst/>
          </a:prstGeom>
        </p:spPr>
      </p:pic>
      <p:pic>
        <p:nvPicPr>
          <p:cNvPr id="66" name="Image 0" descr="preencoded.png">
            <a:extLst>
              <a:ext uri="{FF2B5EF4-FFF2-40B4-BE49-F238E27FC236}">
                <a16:creationId xmlns:a16="http://schemas.microsoft.com/office/drawing/2014/main" id="{4267666A-03B8-9511-0BD6-348E82D736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1977" y="4114674"/>
            <a:ext cx="2425853" cy="725273"/>
          </a:xfrm>
          <a:prstGeom prst="rect">
            <a:avLst/>
          </a:prstGeom>
        </p:spPr>
      </p:pic>
      <p:pic>
        <p:nvPicPr>
          <p:cNvPr id="68" name="Image 0" descr="preencoded.png">
            <a:extLst>
              <a:ext uri="{FF2B5EF4-FFF2-40B4-BE49-F238E27FC236}">
                <a16:creationId xmlns:a16="http://schemas.microsoft.com/office/drawing/2014/main" id="{70F5B771-FB29-31E0-5415-851ADDA3AB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1978" y="3241368"/>
            <a:ext cx="2414248" cy="725273"/>
          </a:xfrm>
          <a:prstGeom prst="rect">
            <a:avLst/>
          </a:prstGeom>
        </p:spPr>
      </p:pic>
      <p:sp>
        <p:nvSpPr>
          <p:cNvPr id="110" name="TextShape 3">
            <a:extLst>
              <a:ext uri="{FF2B5EF4-FFF2-40B4-BE49-F238E27FC236}">
                <a16:creationId xmlns:a16="http://schemas.microsoft.com/office/drawing/2014/main" id="{7972A14B-3917-82E4-5173-478EF0D69DE9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E798931-8852-1674-2B26-C19220DA32BA}"/>
              </a:ext>
            </a:extLst>
          </p:cNvPr>
          <p:cNvSpPr/>
          <p:nvPr/>
        </p:nvSpPr>
        <p:spPr>
          <a:xfrm>
            <a:off x="39312" y="262395"/>
            <a:ext cx="577865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Technology Stack &amp; Dashboard Features</a:t>
            </a:r>
            <a:endParaRPr lang="en-US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0E8F1E37-FA4A-EAF9-338A-E353D65B630D}"/>
              </a:ext>
            </a:extLst>
          </p:cNvPr>
          <p:cNvSpPr/>
          <p:nvPr/>
        </p:nvSpPr>
        <p:spPr>
          <a:xfrm>
            <a:off x="395032" y="1144509"/>
            <a:ext cx="2976460" cy="319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Technology Stack</a:t>
            </a:r>
            <a:endParaRPr lang="en-US" sz="2800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6CC36313-FC82-0038-07EA-05EA4A258E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3584" y="2361900"/>
            <a:ext cx="2425853" cy="725273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CCBE90AA-4B74-C7B2-E47F-8EA8C7E0421B}"/>
              </a:ext>
            </a:extLst>
          </p:cNvPr>
          <p:cNvSpPr/>
          <p:nvPr/>
        </p:nvSpPr>
        <p:spPr>
          <a:xfrm>
            <a:off x="808790" y="2433025"/>
            <a:ext cx="208245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Processing</a:t>
            </a:r>
            <a:endParaRPr lang="en-US" sz="165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A633C807-943C-78B2-A532-0A7BBED729EE}"/>
              </a:ext>
            </a:extLst>
          </p:cNvPr>
          <p:cNvSpPr/>
          <p:nvPr/>
        </p:nvSpPr>
        <p:spPr>
          <a:xfrm>
            <a:off x="808790" y="2684679"/>
            <a:ext cx="208245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Python · Pandas · NumPy</a:t>
            </a:r>
            <a:endParaRPr lang="en-US" sz="13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B1EFDBDD-3D8F-FD8A-7E16-7643ED547CD4}"/>
              </a:ext>
            </a:extLst>
          </p:cNvPr>
          <p:cNvSpPr/>
          <p:nvPr/>
        </p:nvSpPr>
        <p:spPr>
          <a:xfrm>
            <a:off x="775201" y="4242161"/>
            <a:ext cx="20825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Machine Learning</a:t>
            </a:r>
            <a:endParaRPr lang="en-US" sz="165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3DD410A5-C1F7-C2B0-79C3-FAF9C53146EA}"/>
              </a:ext>
            </a:extLst>
          </p:cNvPr>
          <p:cNvSpPr/>
          <p:nvPr/>
        </p:nvSpPr>
        <p:spPr>
          <a:xfrm>
            <a:off x="775201" y="4454483"/>
            <a:ext cx="208254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Scikit-learn · XGBoost</a:t>
            </a:r>
            <a:endParaRPr lang="en-US" sz="13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0BB3AF4D-7F3F-8580-EB5F-BD683A3C52BB}"/>
              </a:ext>
            </a:extLst>
          </p:cNvPr>
          <p:cNvSpPr/>
          <p:nvPr/>
        </p:nvSpPr>
        <p:spPr>
          <a:xfrm>
            <a:off x="808790" y="3376234"/>
            <a:ext cx="208245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Backend &amp; Frontend</a:t>
            </a:r>
            <a:endParaRPr lang="en-US" sz="165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137674C1-BA72-4B00-C902-97633B3DD799}"/>
              </a:ext>
            </a:extLst>
          </p:cNvPr>
          <p:cNvSpPr/>
          <p:nvPr/>
        </p:nvSpPr>
        <p:spPr>
          <a:xfrm>
            <a:off x="808790" y="3608223"/>
            <a:ext cx="23062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FastAPI · Uvicorn · Streamlit</a:t>
            </a:r>
            <a:endParaRPr lang="en-US" sz="13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5BE60A1E-11B7-6E39-97CC-150E3CD48DEF}"/>
              </a:ext>
            </a:extLst>
          </p:cNvPr>
          <p:cNvSpPr/>
          <p:nvPr/>
        </p:nvSpPr>
        <p:spPr>
          <a:xfrm>
            <a:off x="775201" y="5165709"/>
            <a:ext cx="20825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Visualisation &amp; Reports</a:t>
            </a:r>
            <a:endParaRPr lang="en-US" sz="1650" dirty="0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9A2F8FCA-19D5-691F-32FA-D5811930AE70}"/>
              </a:ext>
            </a:extLst>
          </p:cNvPr>
          <p:cNvSpPr/>
          <p:nvPr/>
        </p:nvSpPr>
        <p:spPr>
          <a:xfrm>
            <a:off x="775201" y="5397700"/>
            <a:ext cx="208254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Plotly · Joblib · ReportLab</a:t>
            </a:r>
            <a:endParaRPr lang="en-US" sz="1300" dirty="0"/>
          </a:p>
        </p:txBody>
      </p:sp>
      <p:pic>
        <p:nvPicPr>
          <p:cNvPr id="34" name="Image 4" descr="preencoded.png">
            <a:extLst>
              <a:ext uri="{FF2B5EF4-FFF2-40B4-BE49-F238E27FC236}">
                <a16:creationId xmlns:a16="http://schemas.microsoft.com/office/drawing/2014/main" id="{2AE27F96-2F71-F3CC-A760-D8D6DF705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1257" y="1771961"/>
            <a:ext cx="340213" cy="340221"/>
          </a:xfrm>
          <a:prstGeom prst="rect">
            <a:avLst/>
          </a:prstGeom>
        </p:spPr>
      </p:pic>
      <p:sp>
        <p:nvSpPr>
          <p:cNvPr id="36" name="Text 11">
            <a:extLst>
              <a:ext uri="{FF2B5EF4-FFF2-40B4-BE49-F238E27FC236}">
                <a16:creationId xmlns:a16="http://schemas.microsoft.com/office/drawing/2014/main" id="{9DA5F8DD-E3A8-B641-FB08-B5D96D314043}"/>
              </a:ext>
            </a:extLst>
          </p:cNvPr>
          <p:cNvSpPr/>
          <p:nvPr/>
        </p:nvSpPr>
        <p:spPr>
          <a:xfrm>
            <a:off x="4357893" y="1801115"/>
            <a:ext cx="469541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Exploration</a:t>
            </a:r>
            <a:endParaRPr lang="en-US" sz="1650" dirty="0"/>
          </a:p>
        </p:txBody>
      </p:sp>
      <p:pic>
        <p:nvPicPr>
          <p:cNvPr id="40" name="Image 5" descr="preencoded.png">
            <a:extLst>
              <a:ext uri="{FF2B5EF4-FFF2-40B4-BE49-F238E27FC236}">
                <a16:creationId xmlns:a16="http://schemas.microsoft.com/office/drawing/2014/main" id="{C1B7D3E0-A857-C30F-D2E0-6AFF0E4EC3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1257" y="2813956"/>
            <a:ext cx="340213" cy="340221"/>
          </a:xfrm>
          <a:prstGeom prst="rect">
            <a:avLst/>
          </a:prstGeom>
        </p:spPr>
      </p:pic>
      <p:pic>
        <p:nvPicPr>
          <p:cNvPr id="46" name="Image 6" descr="preencoded.png">
            <a:extLst>
              <a:ext uri="{FF2B5EF4-FFF2-40B4-BE49-F238E27FC236}">
                <a16:creationId xmlns:a16="http://schemas.microsoft.com/office/drawing/2014/main" id="{E4A90DB4-D192-D0C1-08C8-529A918340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1257" y="3855951"/>
            <a:ext cx="340213" cy="340221"/>
          </a:xfrm>
          <a:prstGeom prst="rect">
            <a:avLst/>
          </a:prstGeom>
        </p:spPr>
      </p:pic>
      <p:sp>
        <p:nvSpPr>
          <p:cNvPr id="50" name="Text 16">
            <a:extLst>
              <a:ext uri="{FF2B5EF4-FFF2-40B4-BE49-F238E27FC236}">
                <a16:creationId xmlns:a16="http://schemas.microsoft.com/office/drawing/2014/main" id="{0D8638CD-E8C0-5ABF-6CE3-36B585BB1EFF}"/>
              </a:ext>
            </a:extLst>
          </p:cNvPr>
          <p:cNvSpPr/>
          <p:nvPr/>
        </p:nvSpPr>
        <p:spPr>
          <a:xfrm>
            <a:off x="4402758" y="4333193"/>
            <a:ext cx="469541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Adaptive natural-language insights &amp; actionable recommendations</a:t>
            </a:r>
            <a:endParaRPr lang="en-US" sz="1300" dirty="0"/>
          </a:p>
        </p:txBody>
      </p:sp>
      <p:pic>
        <p:nvPicPr>
          <p:cNvPr id="52" name="Image 7" descr="preencoded.png">
            <a:extLst>
              <a:ext uri="{FF2B5EF4-FFF2-40B4-BE49-F238E27FC236}">
                <a16:creationId xmlns:a16="http://schemas.microsoft.com/office/drawing/2014/main" id="{57C53E77-1DB5-94F8-D2A6-CDBF8F3815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71257" y="5156511"/>
            <a:ext cx="340213" cy="340221"/>
          </a:xfrm>
          <a:prstGeom prst="rect">
            <a:avLst/>
          </a:prstGeom>
        </p:spPr>
      </p:pic>
      <p:sp>
        <p:nvSpPr>
          <p:cNvPr id="54" name="Text 17">
            <a:extLst>
              <a:ext uri="{FF2B5EF4-FFF2-40B4-BE49-F238E27FC236}">
                <a16:creationId xmlns:a16="http://schemas.microsoft.com/office/drawing/2014/main" id="{BB766DAE-4466-5253-E317-5246A05B1DDD}"/>
              </a:ext>
            </a:extLst>
          </p:cNvPr>
          <p:cNvSpPr/>
          <p:nvPr/>
        </p:nvSpPr>
        <p:spPr>
          <a:xfrm>
            <a:off x="4402758" y="5214950"/>
            <a:ext cx="469541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Report Download</a:t>
            </a:r>
            <a:endParaRPr lang="en-US" sz="1650" dirty="0"/>
          </a:p>
        </p:txBody>
      </p:sp>
      <p:sp>
        <p:nvSpPr>
          <p:cNvPr id="56" name="Text 18">
            <a:extLst>
              <a:ext uri="{FF2B5EF4-FFF2-40B4-BE49-F238E27FC236}">
                <a16:creationId xmlns:a16="http://schemas.microsoft.com/office/drawing/2014/main" id="{A9C2F3FB-6F62-937E-41BC-02345FA364CA}"/>
              </a:ext>
            </a:extLst>
          </p:cNvPr>
          <p:cNvSpPr/>
          <p:nvPr/>
        </p:nvSpPr>
        <p:spPr>
          <a:xfrm>
            <a:off x="4402758" y="5633753"/>
            <a:ext cx="469541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Export results in TXT, JSON, and PDF formats</a:t>
            </a:r>
            <a:endParaRPr lang="en-US" sz="1300" dirty="0"/>
          </a:p>
        </p:txBody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A120C9E8-FB21-F2CA-F532-DC2CB2DAAB3E}"/>
              </a:ext>
            </a:extLst>
          </p:cNvPr>
          <p:cNvSpPr/>
          <p:nvPr/>
        </p:nvSpPr>
        <p:spPr>
          <a:xfrm>
            <a:off x="4402758" y="1041151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Dashboard Capabilities</a:t>
            </a:r>
            <a:endParaRPr lang="en-US" sz="2800" dirty="0"/>
          </a:p>
        </p:txBody>
      </p:sp>
      <p:sp>
        <p:nvSpPr>
          <p:cNvPr id="59" name="Text 12">
            <a:extLst>
              <a:ext uri="{FF2B5EF4-FFF2-40B4-BE49-F238E27FC236}">
                <a16:creationId xmlns:a16="http://schemas.microsoft.com/office/drawing/2014/main" id="{EB74D442-D3F7-0843-4B6D-F41DA799A169}"/>
              </a:ext>
            </a:extLst>
          </p:cNvPr>
          <p:cNvSpPr/>
          <p:nvPr/>
        </p:nvSpPr>
        <p:spPr>
          <a:xfrm>
            <a:off x="4357893" y="2060122"/>
            <a:ext cx="469541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Dataset preview, statistics, missing-value analysis</a:t>
            </a:r>
            <a:endParaRPr lang="en-US" sz="1300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8A962033-3E0B-11C1-D3B8-8FA528B8C7C3}"/>
              </a:ext>
            </a:extLst>
          </p:cNvPr>
          <p:cNvSpPr/>
          <p:nvPr/>
        </p:nvSpPr>
        <p:spPr>
          <a:xfrm>
            <a:off x="4357893" y="2870129"/>
            <a:ext cx="469541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Model Comparison</a:t>
            </a:r>
            <a:endParaRPr lang="en-US" sz="1650" dirty="0"/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B1624016-7ACC-1909-5420-2FE9D91976D0}"/>
              </a:ext>
            </a:extLst>
          </p:cNvPr>
          <p:cNvSpPr/>
          <p:nvPr/>
        </p:nvSpPr>
        <p:spPr>
          <a:xfrm>
            <a:off x="4357893" y="3288931"/>
            <a:ext cx="469541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Performance metrics, confusion matrix, feature importance</a:t>
            </a:r>
            <a:endParaRPr lang="en-US" sz="1300" dirty="0"/>
          </a:p>
        </p:txBody>
      </p:sp>
      <p:sp>
        <p:nvSpPr>
          <p:cNvPr id="62" name="Text 15">
            <a:extLst>
              <a:ext uri="{FF2B5EF4-FFF2-40B4-BE49-F238E27FC236}">
                <a16:creationId xmlns:a16="http://schemas.microsoft.com/office/drawing/2014/main" id="{B6D24058-82E0-3AC1-0630-8FF293CBB9BD}"/>
              </a:ext>
            </a:extLst>
          </p:cNvPr>
          <p:cNvSpPr/>
          <p:nvPr/>
        </p:nvSpPr>
        <p:spPr>
          <a:xfrm>
            <a:off x="4357893" y="3912124"/>
            <a:ext cx="469541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Insights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997824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64684-3090-2597-11E6-717EB098F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8">
            <a:extLst>
              <a:ext uri="{FF2B5EF4-FFF2-40B4-BE49-F238E27FC236}">
                <a16:creationId xmlns:a16="http://schemas.microsoft.com/office/drawing/2014/main" id="{84999AD6-2FAB-A79E-FBE7-0573438DA7C8}"/>
              </a:ext>
            </a:extLst>
          </p:cNvPr>
          <p:cNvSpPr/>
          <p:nvPr/>
        </p:nvSpPr>
        <p:spPr>
          <a:xfrm flipH="1">
            <a:off x="90587" y="5010073"/>
            <a:ext cx="6277809" cy="782637"/>
          </a:xfrm>
          <a:prstGeom prst="roundRect">
            <a:avLst>
              <a:gd name="adj" fmla="val 49999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2C96006-6F96-EC04-642C-56D21A54C3A3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62657AF-3B4D-F193-118A-ACC7EEE15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712" y="825910"/>
            <a:ext cx="2714288" cy="5885458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7B15D6D-717E-7464-465E-BAE4DAFBFDBF}"/>
              </a:ext>
            </a:extLst>
          </p:cNvPr>
          <p:cNvSpPr/>
          <p:nvPr/>
        </p:nvSpPr>
        <p:spPr>
          <a:xfrm>
            <a:off x="661474" y="251137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Conclusion &amp; Future Scope</a:t>
            </a:r>
            <a:endParaRPr lang="en-US" sz="3150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50B14B50-0428-8063-63EF-30A649A849C2}"/>
              </a:ext>
            </a:extLst>
          </p:cNvPr>
          <p:cNvSpPr/>
          <p:nvPr/>
        </p:nvSpPr>
        <p:spPr>
          <a:xfrm>
            <a:off x="661475" y="1302147"/>
            <a:ext cx="3448409" cy="1748234"/>
          </a:xfrm>
          <a:prstGeom prst="roundRect">
            <a:avLst>
              <a:gd name="adj" fmla="val 1379"/>
            </a:avLst>
          </a:prstGeom>
          <a:solidFill>
            <a:srgbClr val="F2EEEE"/>
          </a:solidFill>
          <a:ln/>
        </p:spPr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62DCBD41-2E21-BCBA-1980-66C0F7A36D9A}"/>
              </a:ext>
            </a:extLst>
          </p:cNvPr>
          <p:cNvSpPr/>
          <p:nvPr/>
        </p:nvSpPr>
        <p:spPr>
          <a:xfrm>
            <a:off x="982737" y="1237082"/>
            <a:ext cx="59755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</a:t>
            </a:r>
            <a:r>
              <a:rPr lang="en-US" sz="2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</a:t>
            </a:r>
            <a:r>
              <a:rPr lang="en-US" sz="2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Contributions</a:t>
            </a:r>
            <a:endParaRPr lang="en-US" sz="24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1E374221-6648-8837-AF79-96C0D652B4F2}"/>
              </a:ext>
            </a:extLst>
          </p:cNvPr>
          <p:cNvSpPr/>
          <p:nvPr/>
        </p:nvSpPr>
        <p:spPr>
          <a:xfrm>
            <a:off x="392799" y="1756040"/>
            <a:ext cx="5975597" cy="1094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dataset analysis &amp; ML task detection</a:t>
            </a:r>
            <a:endParaRPr lang="en-US" sz="140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Intelligent model recommendation &amp; comparison</a:t>
            </a:r>
            <a:endParaRPr lang="en-US" sz="140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Explainable AI with adaptive insights</a:t>
            </a:r>
            <a:endParaRPr lang="en-US" sz="140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Interactive dashboard &amp; automated reports</a:t>
            </a:r>
            <a:endParaRPr lang="en-US" sz="14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30F940C0-4264-4E6D-29D4-088677AF0977}"/>
              </a:ext>
            </a:extLst>
          </p:cNvPr>
          <p:cNvSpPr/>
          <p:nvPr/>
        </p:nvSpPr>
        <p:spPr>
          <a:xfrm>
            <a:off x="661475" y="3186906"/>
            <a:ext cx="3615557" cy="1748234"/>
          </a:xfrm>
          <a:prstGeom prst="roundRect">
            <a:avLst>
              <a:gd name="adj" fmla="val 1379"/>
            </a:avLst>
          </a:prstGeom>
          <a:solidFill>
            <a:srgbClr val="F2EEEE"/>
          </a:solidFill>
          <a:ln/>
        </p:spPr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C433BB2E-C941-280E-D3C6-B5E0DBAEC5FE}"/>
              </a:ext>
            </a:extLst>
          </p:cNvPr>
          <p:cNvSpPr/>
          <p:nvPr/>
        </p:nvSpPr>
        <p:spPr>
          <a:xfrm>
            <a:off x="982736" y="3100432"/>
            <a:ext cx="59755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Future Roadmap</a:t>
            </a:r>
            <a:endParaRPr lang="en-US" sz="28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8A85CBAA-D0F7-DA07-05B6-69974C82F50D}"/>
              </a:ext>
            </a:extLst>
          </p:cNvPr>
          <p:cNvSpPr/>
          <p:nvPr/>
        </p:nvSpPr>
        <p:spPr>
          <a:xfrm>
            <a:off x="392798" y="3648053"/>
            <a:ext cx="5975597" cy="1094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SHAP-based model-agnostic explainability</a:t>
            </a:r>
            <a:endParaRPr lang="en-US" sz="140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Hyperparameter optimisation &amp; cross-validation</a:t>
            </a:r>
            <a:endParaRPr lang="en-US" sz="140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MLflow experiment tracking &amp; Docker deployment</a:t>
            </a:r>
            <a:endParaRPr lang="en-US" sz="140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streaming &amp; Spark distributed processing</a:t>
            </a:r>
            <a:endParaRPr lang="en-US" sz="14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144C89AA-D6B3-FD5C-5D6A-369F64EB8F3B}"/>
              </a:ext>
            </a:extLst>
          </p:cNvPr>
          <p:cNvSpPr/>
          <p:nvPr/>
        </p:nvSpPr>
        <p:spPr>
          <a:xfrm>
            <a:off x="312534" y="5163664"/>
            <a:ext cx="605586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Final Vision: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From Raw Industrial Data → Automated ML → Explainable Insights → Better Decisions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28253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012863" y="1693957"/>
            <a:ext cx="7118273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199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Script MT Bold" panose="03040602040607080904" pitchFamily="66" charset="0"/>
                <a:cs typeface="Times New Roman" panose="02020603050405020304" pitchFamily="18" charset="0"/>
              </a:rPr>
              <a:t>Thank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TextShape 1">
            <a:extLst>
              <a:ext uri="{FF2B5EF4-FFF2-40B4-BE49-F238E27FC236}">
                <a16:creationId xmlns:a16="http://schemas.microsoft.com/office/drawing/2014/main" id="{E9E315C1-57BE-F5A8-13C2-B0B13F93E285}"/>
              </a:ext>
            </a:extLst>
          </p:cNvPr>
          <p:cNvSpPr txBox="1"/>
          <p:nvPr/>
        </p:nvSpPr>
        <p:spPr>
          <a:xfrm>
            <a:off x="1012862" y="3753256"/>
            <a:ext cx="7118273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199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</a:effectLst>
                <a:latin typeface="Script MT Bold" panose="03040602040607080904" pitchFamily="66" charset="0"/>
                <a:cs typeface="Times New Roman" panose="02020603050405020304" pitchFamily="18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34786</TotalTime>
  <Words>694</Words>
  <Application>Microsoft Office PowerPoint</Application>
  <PresentationFormat>On-screen Show (4:3)</PresentationFormat>
  <Paragraphs>159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Crimson Pro Light</vt:lpstr>
      <vt:lpstr>Crimson Pro SemiBold</vt:lpstr>
      <vt:lpstr>Heebo</vt:lpstr>
      <vt:lpstr>Heebo Bold</vt:lpstr>
      <vt:lpstr>Script MT Bold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KARTIKEYA JAIN</cp:lastModifiedBy>
  <cp:revision>2296</cp:revision>
  <dcterms:created xsi:type="dcterms:W3CDTF">2010-04-09T07:36:15Z</dcterms:created>
  <dcterms:modified xsi:type="dcterms:W3CDTF">2026-09-04T16:03:25Z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